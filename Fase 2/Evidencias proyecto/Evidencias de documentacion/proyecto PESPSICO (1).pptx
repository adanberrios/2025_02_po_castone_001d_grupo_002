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10287000" cx="18288000"/>
  <p:notesSz cx="6858000" cy="9144000"/>
  <p:embeddedFontLst>
    <p:embeddedFont>
      <p:font typeface="Raleway"/>
      <p:regular r:id="rId32"/>
      <p:bold r:id="rId33"/>
      <p:italic r:id="rId34"/>
      <p:boldItalic r:id="rId35"/>
    </p:embeddedFont>
    <p:embeddedFont>
      <p:font typeface="Raleway SemiBold"/>
      <p:regular r:id="rId36"/>
      <p:bold r:id="rId37"/>
      <p:italic r:id="rId38"/>
      <p:boldItalic r:id="rId39"/>
    </p:embeddedFont>
    <p:embeddedFont>
      <p:font typeface="Raleway Black"/>
      <p:bold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jxt9UUiVowxXwywNaKgSGGiiZS8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lack-bold.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RalewayBlack-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aleway-bold.fntdata"/><Relationship Id="rId10" Type="http://schemas.openxmlformats.org/officeDocument/2006/relationships/slide" Target="slides/slide5.xml"/><Relationship Id="rId32" Type="http://schemas.openxmlformats.org/officeDocument/2006/relationships/font" Target="fonts/Raleway-regular.fntdata"/><Relationship Id="rId13" Type="http://schemas.openxmlformats.org/officeDocument/2006/relationships/slide" Target="slides/slide8.xml"/><Relationship Id="rId35" Type="http://schemas.openxmlformats.org/officeDocument/2006/relationships/font" Target="fonts/Raleway-boldItalic.fntdata"/><Relationship Id="rId12" Type="http://schemas.openxmlformats.org/officeDocument/2006/relationships/slide" Target="slides/slide7.xml"/><Relationship Id="rId34" Type="http://schemas.openxmlformats.org/officeDocument/2006/relationships/font" Target="fonts/Raleway-italic.fntdata"/><Relationship Id="rId15" Type="http://schemas.openxmlformats.org/officeDocument/2006/relationships/slide" Target="slides/slide10.xml"/><Relationship Id="rId37" Type="http://schemas.openxmlformats.org/officeDocument/2006/relationships/font" Target="fonts/RalewaySemiBold-bold.fntdata"/><Relationship Id="rId14" Type="http://schemas.openxmlformats.org/officeDocument/2006/relationships/slide" Target="slides/slide9.xml"/><Relationship Id="rId36" Type="http://schemas.openxmlformats.org/officeDocument/2006/relationships/font" Target="fonts/RalewaySemiBold-regular.fntdata"/><Relationship Id="rId17" Type="http://schemas.openxmlformats.org/officeDocument/2006/relationships/slide" Target="slides/slide12.xml"/><Relationship Id="rId39" Type="http://schemas.openxmlformats.org/officeDocument/2006/relationships/font" Target="fonts/RalewaySemiBold-boldItalic.fntdata"/><Relationship Id="rId16" Type="http://schemas.openxmlformats.org/officeDocument/2006/relationships/slide" Target="slides/slide11.xml"/><Relationship Id="rId38" Type="http://schemas.openxmlformats.org/officeDocument/2006/relationships/font" Target="fonts/RalewaySemi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9"/>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1"/>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1"/>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2"/>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2"/>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3"/>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3"/>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5"/>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5"/>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5"/>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6"/>
          <p:cNvSpPr/>
          <p:nvPr>
            <p:ph idx="2" type="pic"/>
          </p:nvPr>
        </p:nvSpPr>
        <p:spPr>
          <a:xfrm>
            <a:off x="1792288" y="612775"/>
            <a:ext cx="5486400" cy="4114800"/>
          </a:xfrm>
          <a:prstGeom prst="rect">
            <a:avLst/>
          </a:prstGeom>
          <a:noFill/>
          <a:ln>
            <a:noFill/>
          </a:ln>
        </p:spPr>
      </p:sp>
      <p:sp>
        <p:nvSpPr>
          <p:cNvPr id="64" name="Google Shape;64;p3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7"/>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8"/>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8"/>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22.pn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6.png"/><Relationship Id="rId5"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83" name="Shape 83"/>
        <p:cNvGrpSpPr/>
        <p:nvPr/>
      </p:nvGrpSpPr>
      <p:grpSpPr>
        <a:xfrm>
          <a:off x="0" y="0"/>
          <a:ext cx="0" cy="0"/>
          <a:chOff x="0" y="0"/>
          <a:chExt cx="0" cy="0"/>
        </a:xfrm>
      </p:grpSpPr>
      <p:grpSp>
        <p:nvGrpSpPr>
          <p:cNvPr id="84" name="Google Shape;84;p1"/>
          <p:cNvGrpSpPr/>
          <p:nvPr/>
        </p:nvGrpSpPr>
        <p:grpSpPr>
          <a:xfrm>
            <a:off x="379705" y="257962"/>
            <a:ext cx="17451710" cy="9695741"/>
            <a:chOff x="0" y="-100447"/>
            <a:chExt cx="23268946" cy="12927656"/>
          </a:xfrm>
        </p:grpSpPr>
        <p:grpSp>
          <p:nvGrpSpPr>
            <p:cNvPr id="85" name="Google Shape;85;p1"/>
            <p:cNvGrpSpPr/>
            <p:nvPr/>
          </p:nvGrpSpPr>
          <p:grpSpPr>
            <a:xfrm>
              <a:off x="0" y="-100447"/>
              <a:ext cx="23268945" cy="12927656"/>
              <a:chOff x="0" y="-28575"/>
              <a:chExt cx="6619526" cy="3677646"/>
            </a:xfrm>
          </p:grpSpPr>
          <p:sp>
            <p:nvSpPr>
              <p:cNvPr id="86" name="Google Shape;86;p1"/>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87" name="Google Shape;87;p1"/>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 name="Google Shape;88;p1"/>
            <p:cNvGrpSpPr/>
            <p:nvPr/>
          </p:nvGrpSpPr>
          <p:grpSpPr>
            <a:xfrm>
              <a:off x="293149" y="192732"/>
              <a:ext cx="22662658" cy="12295445"/>
              <a:chOff x="0" y="-28575"/>
              <a:chExt cx="6447050" cy="3497796"/>
            </a:xfrm>
          </p:grpSpPr>
          <p:sp>
            <p:nvSpPr>
              <p:cNvPr id="89" name="Google Shape;89;p1"/>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90" name="Google Shape;90;p1"/>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1" name="Google Shape;91;p1"/>
            <p:cNvGrpSpPr/>
            <p:nvPr/>
          </p:nvGrpSpPr>
          <p:grpSpPr>
            <a:xfrm>
              <a:off x="675815" y="588912"/>
              <a:ext cx="21959466" cy="11535276"/>
              <a:chOff x="0" y="-28575"/>
              <a:chExt cx="6247007" cy="3281544"/>
            </a:xfrm>
          </p:grpSpPr>
          <p:sp>
            <p:nvSpPr>
              <p:cNvPr id="92" name="Google Shape;92;p1"/>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93" name="Google Shape;93;p1"/>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4" name="Google Shape;94;p1"/>
            <p:cNvSpPr/>
            <p:nvPr/>
          </p:nvSpPr>
          <p:spPr>
            <a:xfrm rot="10800000">
              <a:off x="18828976" y="8387239"/>
              <a:ext cx="4439970" cy="4439970"/>
            </a:xfrm>
            <a:custGeom>
              <a:rect b="b" l="l" r="r" t="t"/>
              <a:pathLst>
                <a:path extrusionOk="0" h="4439970" w="4439970">
                  <a:moveTo>
                    <a:pt x="0" y="0"/>
                  </a:moveTo>
                  <a:lnTo>
                    <a:pt x="4439969" y="0"/>
                  </a:lnTo>
                  <a:lnTo>
                    <a:pt x="4439969" y="4439970"/>
                  </a:lnTo>
                  <a:lnTo>
                    <a:pt x="0" y="4439970"/>
                  </a:lnTo>
                  <a:lnTo>
                    <a:pt x="0" y="0"/>
                  </a:lnTo>
                  <a:close/>
                </a:path>
              </a:pathLst>
            </a:custGeom>
            <a:blipFill rotWithShape="1">
              <a:blip r:embed="rId3">
                <a:alphaModFix/>
              </a:blip>
              <a:stretch>
                <a:fillRect b="0" l="0" r="0" t="0"/>
              </a:stretch>
            </a:blipFill>
            <a:ln>
              <a:noFill/>
            </a:ln>
          </p:spPr>
        </p:sp>
        <p:sp>
          <p:nvSpPr>
            <p:cNvPr id="95" name="Google Shape;95;p1"/>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96" name="Google Shape;96;p1"/>
          <p:cNvSpPr txBox="1"/>
          <p:nvPr/>
        </p:nvSpPr>
        <p:spPr>
          <a:xfrm>
            <a:off x="2312014" y="4451565"/>
            <a:ext cx="13663973" cy="2232851"/>
          </a:xfrm>
          <a:prstGeom prst="rect">
            <a:avLst/>
          </a:prstGeom>
          <a:noFill/>
          <a:ln>
            <a:noFill/>
          </a:ln>
        </p:spPr>
        <p:txBody>
          <a:bodyPr anchorCtr="0" anchor="t" bIns="0" lIns="0" spcFirstLastPara="1" rIns="0" wrap="square" tIns="0">
            <a:spAutoFit/>
          </a:bodyPr>
          <a:lstStyle/>
          <a:p>
            <a:pPr indent="0" lvl="0" marL="0" marR="0" rtl="0" algn="ctr">
              <a:lnSpc>
                <a:spcPct val="131014"/>
              </a:lnSpc>
              <a:spcBef>
                <a:spcPts val="0"/>
              </a:spcBef>
              <a:spcAft>
                <a:spcPts val="0"/>
              </a:spcAft>
              <a:buNone/>
            </a:pPr>
            <a:r>
              <a:rPr b="1" i="0" lang="en-US" sz="13600" u="none" cap="none" strike="noStrike">
                <a:solidFill>
                  <a:srgbClr val="27403B"/>
                </a:solidFill>
                <a:latin typeface="Raleway Black"/>
                <a:ea typeface="Raleway Black"/>
                <a:cs typeface="Raleway Black"/>
                <a:sym typeface="Raleway Black"/>
              </a:rPr>
              <a:t>PESPSICO</a:t>
            </a:r>
            <a:endParaRPr/>
          </a:p>
        </p:txBody>
      </p:sp>
      <p:sp>
        <p:nvSpPr>
          <p:cNvPr id="97" name="Google Shape;97;p1"/>
          <p:cNvSpPr txBox="1"/>
          <p:nvPr/>
        </p:nvSpPr>
        <p:spPr>
          <a:xfrm>
            <a:off x="6267976" y="6737594"/>
            <a:ext cx="5675166" cy="674829"/>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0" i="0" lang="en-US" sz="1989" u="none" cap="none" strike="noStrike">
                <a:solidFill>
                  <a:srgbClr val="27403B"/>
                </a:solidFill>
                <a:latin typeface="Arial"/>
                <a:ea typeface="Arial"/>
                <a:cs typeface="Arial"/>
                <a:sym typeface="Arial"/>
              </a:rPr>
              <a:t>Informe de la Propuesta Realizada</a:t>
            </a:r>
            <a:endParaRPr/>
          </a:p>
          <a:p>
            <a:pPr indent="0" lvl="0" marL="0" marR="0" rtl="0" algn="ctr">
              <a:lnSpc>
                <a:spcPct val="140020"/>
              </a:lnSpc>
              <a:spcBef>
                <a:spcPts val="0"/>
              </a:spcBef>
              <a:spcAft>
                <a:spcPts val="0"/>
              </a:spcAft>
              <a:buNone/>
            </a:pPr>
            <a:r>
              <a:rPr b="0" i="0" lang="en-US" sz="1989" u="none" cap="none" strike="noStrike">
                <a:solidFill>
                  <a:srgbClr val="27403B"/>
                </a:solidFill>
                <a:latin typeface="Arial"/>
                <a:ea typeface="Arial"/>
                <a:cs typeface="Arial"/>
                <a:sym typeface="Arial"/>
              </a:rPr>
              <a:t>para PepsiCo</a:t>
            </a:r>
            <a:endParaRPr/>
          </a:p>
        </p:txBody>
      </p:sp>
      <p:sp>
        <p:nvSpPr>
          <p:cNvPr id="98" name="Google Shape;98;p1"/>
          <p:cNvSpPr txBox="1"/>
          <p:nvPr/>
        </p:nvSpPr>
        <p:spPr>
          <a:xfrm rot="-17737">
            <a:off x="14201031" y="1415891"/>
            <a:ext cx="2622496" cy="248740"/>
          </a:xfrm>
          <a:prstGeom prst="rect">
            <a:avLst/>
          </a:prstGeom>
          <a:noFill/>
          <a:ln>
            <a:noFill/>
          </a:ln>
        </p:spPr>
        <p:txBody>
          <a:bodyPr anchorCtr="0" anchor="t" bIns="0" lIns="0" spcFirstLastPara="1" rIns="0" wrap="square" tIns="0">
            <a:spAutoFit/>
          </a:bodyPr>
          <a:lstStyle/>
          <a:p>
            <a:pPr indent="0" lvl="0" marL="0" marR="0" rtl="0" algn="r">
              <a:lnSpc>
                <a:spcPct val="139945"/>
              </a:lnSpc>
              <a:spcBef>
                <a:spcPts val="0"/>
              </a:spcBef>
              <a:spcAft>
                <a:spcPts val="0"/>
              </a:spcAft>
              <a:buNone/>
            </a:pPr>
            <a:r>
              <a:rPr b="0" i="0" lang="en-US" sz="1457" u="none" cap="none" strike="noStrike">
                <a:solidFill>
                  <a:srgbClr val="27403B"/>
                </a:solidFill>
                <a:latin typeface="Arial"/>
                <a:ea typeface="Arial"/>
                <a:cs typeface="Arial"/>
                <a:sym typeface="Arial"/>
              </a:rPr>
              <a:t>Octubre 2025</a:t>
            </a:r>
            <a:endParaRPr/>
          </a:p>
        </p:txBody>
      </p:sp>
      <p:sp>
        <p:nvSpPr>
          <p:cNvPr id="99" name="Google Shape;99;p1"/>
          <p:cNvSpPr txBox="1"/>
          <p:nvPr/>
        </p:nvSpPr>
        <p:spPr>
          <a:xfrm>
            <a:off x="2312014" y="3199506"/>
            <a:ext cx="13663973" cy="1556158"/>
          </a:xfrm>
          <a:prstGeom prst="rect">
            <a:avLst/>
          </a:prstGeom>
          <a:noFill/>
          <a:ln>
            <a:noFill/>
          </a:ln>
        </p:spPr>
        <p:txBody>
          <a:bodyPr anchorCtr="0" anchor="t" bIns="0" lIns="0" spcFirstLastPara="1" rIns="0" wrap="square" tIns="0">
            <a:spAutoFit/>
          </a:bodyPr>
          <a:lstStyle/>
          <a:p>
            <a:pPr indent="0" lvl="0" marL="0" marR="0" rtl="0" algn="ctr">
              <a:lnSpc>
                <a:spcPct val="131003"/>
              </a:lnSpc>
              <a:spcBef>
                <a:spcPts val="0"/>
              </a:spcBef>
              <a:spcAft>
                <a:spcPts val="0"/>
              </a:spcAft>
              <a:buNone/>
            </a:pPr>
            <a:r>
              <a:rPr b="0" i="0" lang="en-US" sz="9541" u="none" cap="none" strike="noStrike">
                <a:solidFill>
                  <a:srgbClr val="27403B"/>
                </a:solidFill>
                <a:latin typeface="Raleway"/>
                <a:ea typeface="Raleway"/>
                <a:cs typeface="Raleway"/>
                <a:sym typeface="Raleway"/>
              </a:rPr>
              <a:t>PROYECTO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103" name="Shape 103"/>
        <p:cNvGrpSpPr/>
        <p:nvPr/>
      </p:nvGrpSpPr>
      <p:grpSpPr>
        <a:xfrm>
          <a:off x="0" y="0"/>
          <a:ext cx="0" cy="0"/>
          <a:chOff x="0" y="0"/>
          <a:chExt cx="0" cy="0"/>
        </a:xfrm>
      </p:grpSpPr>
      <p:grpSp>
        <p:nvGrpSpPr>
          <p:cNvPr id="104" name="Google Shape;104;p2"/>
          <p:cNvGrpSpPr/>
          <p:nvPr/>
        </p:nvGrpSpPr>
        <p:grpSpPr>
          <a:xfrm>
            <a:off x="418145" y="257962"/>
            <a:ext cx="17451710" cy="9695741"/>
            <a:chOff x="0" y="-100447"/>
            <a:chExt cx="23268946" cy="12927656"/>
          </a:xfrm>
        </p:grpSpPr>
        <p:grpSp>
          <p:nvGrpSpPr>
            <p:cNvPr id="105" name="Google Shape;105;p2"/>
            <p:cNvGrpSpPr/>
            <p:nvPr/>
          </p:nvGrpSpPr>
          <p:grpSpPr>
            <a:xfrm>
              <a:off x="0" y="-100447"/>
              <a:ext cx="23268945" cy="12927656"/>
              <a:chOff x="0" y="-28575"/>
              <a:chExt cx="6619526" cy="3677646"/>
            </a:xfrm>
          </p:grpSpPr>
          <p:sp>
            <p:nvSpPr>
              <p:cNvPr id="106" name="Google Shape;106;p2"/>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107" name="Google Shape;107;p2"/>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2"/>
            <p:cNvGrpSpPr/>
            <p:nvPr/>
          </p:nvGrpSpPr>
          <p:grpSpPr>
            <a:xfrm>
              <a:off x="293149" y="192732"/>
              <a:ext cx="22662658" cy="12295445"/>
              <a:chOff x="0" y="-28575"/>
              <a:chExt cx="6447050" cy="3497796"/>
            </a:xfrm>
          </p:grpSpPr>
          <p:sp>
            <p:nvSpPr>
              <p:cNvPr id="109" name="Google Shape;109;p2"/>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110" name="Google Shape;110;p2"/>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1" name="Google Shape;111;p2"/>
            <p:cNvGrpSpPr/>
            <p:nvPr/>
          </p:nvGrpSpPr>
          <p:grpSpPr>
            <a:xfrm>
              <a:off x="675815" y="588912"/>
              <a:ext cx="21959466" cy="11535276"/>
              <a:chOff x="0" y="-28575"/>
              <a:chExt cx="6247007" cy="3281544"/>
            </a:xfrm>
          </p:grpSpPr>
          <p:sp>
            <p:nvSpPr>
              <p:cNvPr id="112" name="Google Shape;112;p2"/>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113" name="Google Shape;113;p2"/>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4" name="Google Shape;114;p2"/>
            <p:cNvSpPr/>
            <p:nvPr/>
          </p:nvSpPr>
          <p:spPr>
            <a:xfrm rot="10800000">
              <a:off x="18828976" y="8387239"/>
              <a:ext cx="4439970" cy="4439970"/>
            </a:xfrm>
            <a:custGeom>
              <a:rect b="b" l="l" r="r" t="t"/>
              <a:pathLst>
                <a:path extrusionOk="0" h="4439970" w="4439970">
                  <a:moveTo>
                    <a:pt x="0" y="0"/>
                  </a:moveTo>
                  <a:lnTo>
                    <a:pt x="4439969" y="0"/>
                  </a:lnTo>
                  <a:lnTo>
                    <a:pt x="4439969" y="4439970"/>
                  </a:lnTo>
                  <a:lnTo>
                    <a:pt x="0" y="4439970"/>
                  </a:lnTo>
                  <a:lnTo>
                    <a:pt x="0" y="0"/>
                  </a:lnTo>
                  <a:close/>
                </a:path>
              </a:pathLst>
            </a:custGeom>
            <a:blipFill rotWithShape="1">
              <a:blip r:embed="rId3">
                <a:alphaModFix/>
              </a:blip>
              <a:stretch>
                <a:fillRect b="0" l="0" r="0" t="0"/>
              </a:stretch>
            </a:blipFill>
            <a:ln>
              <a:noFill/>
            </a:ln>
          </p:spPr>
        </p:sp>
        <p:sp>
          <p:nvSpPr>
            <p:cNvPr id="115" name="Google Shape;115;p2"/>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116" name="Google Shape;116;p2"/>
          <p:cNvSpPr txBox="1"/>
          <p:nvPr/>
        </p:nvSpPr>
        <p:spPr>
          <a:xfrm>
            <a:off x="1578386" y="3861163"/>
            <a:ext cx="15131228" cy="1054515"/>
          </a:xfrm>
          <a:prstGeom prst="rect">
            <a:avLst/>
          </a:prstGeom>
          <a:noFill/>
          <a:ln>
            <a:noFill/>
          </a:ln>
        </p:spPr>
        <p:txBody>
          <a:bodyPr anchorCtr="0" anchor="t" bIns="0" lIns="0" spcFirstLastPara="1" rIns="0" wrap="square" tIns="0">
            <a:spAutoFit/>
          </a:bodyPr>
          <a:lstStyle/>
          <a:p>
            <a:pPr indent="0" lvl="0" marL="0" marR="0" rtl="0" algn="ctr">
              <a:lnSpc>
                <a:spcPct val="114011"/>
              </a:lnSpc>
              <a:spcBef>
                <a:spcPts val="0"/>
              </a:spcBef>
              <a:spcAft>
                <a:spcPts val="0"/>
              </a:spcAft>
              <a:buNone/>
            </a:pPr>
            <a:r>
              <a:rPr b="1" i="0" lang="en-US" sz="7137" u="none" cap="none" strike="noStrike">
                <a:solidFill>
                  <a:srgbClr val="27403B"/>
                </a:solidFill>
                <a:latin typeface="Raleway Black"/>
                <a:ea typeface="Raleway Black"/>
                <a:cs typeface="Raleway Black"/>
                <a:sym typeface="Raleway Black"/>
              </a:rPr>
              <a:t>INTRODUCCION</a:t>
            </a:r>
            <a:endParaRPr/>
          </a:p>
        </p:txBody>
      </p:sp>
      <p:sp>
        <p:nvSpPr>
          <p:cNvPr id="117" name="Google Shape;117;p2"/>
          <p:cNvSpPr txBox="1"/>
          <p:nvPr/>
        </p:nvSpPr>
        <p:spPr>
          <a:xfrm>
            <a:off x="4836260" y="2874566"/>
            <a:ext cx="8615481" cy="481772"/>
          </a:xfrm>
          <a:prstGeom prst="rect">
            <a:avLst/>
          </a:prstGeom>
          <a:noFill/>
          <a:ln>
            <a:noFill/>
          </a:ln>
        </p:spPr>
        <p:txBody>
          <a:bodyPr anchorCtr="0" anchor="t" bIns="0" lIns="0" spcFirstLastPara="1" rIns="0" wrap="square" tIns="0">
            <a:spAutoFit/>
          </a:bodyPr>
          <a:lstStyle/>
          <a:p>
            <a:pPr indent="0" lvl="0" marL="0" marR="0" rtl="0" algn="ctr">
              <a:lnSpc>
                <a:spcPct val="114019"/>
              </a:lnSpc>
              <a:spcBef>
                <a:spcPts val="0"/>
              </a:spcBef>
              <a:spcAft>
                <a:spcPts val="0"/>
              </a:spcAft>
              <a:buNone/>
            </a:pPr>
            <a:r>
              <a:rPr b="1" i="0" lang="en-US" sz="3224" u="none" cap="none" strike="noStrike">
                <a:solidFill>
                  <a:srgbClr val="000000"/>
                </a:solidFill>
                <a:latin typeface="Raleway SemiBold"/>
                <a:ea typeface="Raleway SemiBold"/>
                <a:cs typeface="Raleway SemiBold"/>
                <a:sym typeface="Raleway SemiBold"/>
              </a:rPr>
              <a:t>Sobre el Proyecto</a:t>
            </a:r>
            <a:endParaRPr/>
          </a:p>
        </p:txBody>
      </p:sp>
      <p:sp>
        <p:nvSpPr>
          <p:cNvPr id="118" name="Google Shape;118;p2"/>
          <p:cNvSpPr txBox="1"/>
          <p:nvPr/>
        </p:nvSpPr>
        <p:spPr>
          <a:xfrm>
            <a:off x="3512627" y="5287152"/>
            <a:ext cx="11185865" cy="2566552"/>
          </a:xfrm>
          <a:prstGeom prst="rect">
            <a:avLst/>
          </a:prstGeom>
          <a:noFill/>
          <a:ln>
            <a:noFill/>
          </a:ln>
        </p:spPr>
        <p:txBody>
          <a:bodyPr anchorCtr="0" anchor="t" bIns="0" lIns="0" spcFirstLastPara="1" rIns="0" wrap="square" tIns="0">
            <a:spAutoFit/>
          </a:bodyPr>
          <a:lstStyle/>
          <a:p>
            <a:pPr indent="0" lvl="0" marL="0" marR="0" rtl="0" algn="ctr">
              <a:lnSpc>
                <a:spcPct val="164009"/>
              </a:lnSpc>
              <a:spcBef>
                <a:spcPts val="0"/>
              </a:spcBef>
              <a:spcAft>
                <a:spcPts val="0"/>
              </a:spcAft>
              <a:buNone/>
            </a:pPr>
            <a:r>
              <a:rPr b="0" i="0" lang="en-US" sz="2534" u="none" cap="none" strike="noStrike">
                <a:solidFill>
                  <a:srgbClr val="000000"/>
                </a:solidFill>
                <a:latin typeface="Arial"/>
                <a:ea typeface="Arial"/>
                <a:cs typeface="Arial"/>
                <a:sym typeface="Arial"/>
              </a:rPr>
              <a:t>PepsiCo es una empresa que gestiona una gran flota de camiones a nivel nacional últimamente a presentado problemas en proceso de la gestión de los mantenimientos debido a que lo estan realizando por via Whatsapp y dejando un registro ambiguo en Excel.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122" name="Shape 122"/>
        <p:cNvGrpSpPr/>
        <p:nvPr/>
      </p:nvGrpSpPr>
      <p:grpSpPr>
        <a:xfrm>
          <a:off x="0" y="0"/>
          <a:ext cx="0" cy="0"/>
          <a:chOff x="0" y="0"/>
          <a:chExt cx="0" cy="0"/>
        </a:xfrm>
      </p:grpSpPr>
      <p:grpSp>
        <p:nvGrpSpPr>
          <p:cNvPr id="123" name="Google Shape;123;p3"/>
          <p:cNvGrpSpPr/>
          <p:nvPr/>
        </p:nvGrpSpPr>
        <p:grpSpPr>
          <a:xfrm>
            <a:off x="379705" y="224801"/>
            <a:ext cx="17451709" cy="9728902"/>
            <a:chOff x="0" y="-144661"/>
            <a:chExt cx="23268945" cy="12971870"/>
          </a:xfrm>
        </p:grpSpPr>
        <p:grpSp>
          <p:nvGrpSpPr>
            <p:cNvPr id="124" name="Google Shape;124;p3"/>
            <p:cNvGrpSpPr/>
            <p:nvPr/>
          </p:nvGrpSpPr>
          <p:grpSpPr>
            <a:xfrm>
              <a:off x="0" y="-100447"/>
              <a:ext cx="23268945" cy="12927656"/>
              <a:chOff x="0" y="-28575"/>
              <a:chExt cx="6619526" cy="3677646"/>
            </a:xfrm>
          </p:grpSpPr>
          <p:sp>
            <p:nvSpPr>
              <p:cNvPr id="125" name="Google Shape;125;p3"/>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126" name="Google Shape;126;p3"/>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7" name="Google Shape;127;p3"/>
            <p:cNvGrpSpPr/>
            <p:nvPr/>
          </p:nvGrpSpPr>
          <p:grpSpPr>
            <a:xfrm>
              <a:off x="293149" y="192732"/>
              <a:ext cx="22662658" cy="12295445"/>
              <a:chOff x="0" y="-28575"/>
              <a:chExt cx="6447050" cy="3497796"/>
            </a:xfrm>
          </p:grpSpPr>
          <p:sp>
            <p:nvSpPr>
              <p:cNvPr id="128" name="Google Shape;128;p3"/>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129" name="Google Shape;129;p3"/>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0" name="Google Shape;130;p3"/>
            <p:cNvGrpSpPr/>
            <p:nvPr/>
          </p:nvGrpSpPr>
          <p:grpSpPr>
            <a:xfrm>
              <a:off x="675815" y="588912"/>
              <a:ext cx="21959466" cy="11535276"/>
              <a:chOff x="0" y="-28575"/>
              <a:chExt cx="6247007" cy="3281544"/>
            </a:xfrm>
          </p:grpSpPr>
          <p:sp>
            <p:nvSpPr>
              <p:cNvPr id="131" name="Google Shape;131;p3"/>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132" name="Google Shape;132;p3"/>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3" name="Google Shape;133;p3"/>
            <p:cNvGrpSpPr/>
            <p:nvPr/>
          </p:nvGrpSpPr>
          <p:grpSpPr>
            <a:xfrm>
              <a:off x="0" y="-144661"/>
              <a:ext cx="4114800" cy="12971870"/>
              <a:chOff x="0" y="-28575"/>
              <a:chExt cx="812800" cy="2562345"/>
            </a:xfrm>
          </p:grpSpPr>
          <p:sp>
            <p:nvSpPr>
              <p:cNvPr id="134" name="Google Shape;134;p3"/>
              <p:cNvSpPr/>
              <p:nvPr/>
            </p:nvSpPr>
            <p:spPr>
              <a:xfrm>
                <a:off x="0" y="0"/>
                <a:ext cx="812800" cy="2533770"/>
              </a:xfrm>
              <a:custGeom>
                <a:rect b="b" l="l" r="r" t="t"/>
                <a:pathLst>
                  <a:path extrusionOk="0" h="2533770" w="812800">
                    <a:moveTo>
                      <a:pt x="0" y="0"/>
                    </a:moveTo>
                    <a:lnTo>
                      <a:pt x="812800" y="0"/>
                    </a:lnTo>
                    <a:lnTo>
                      <a:pt x="812800" y="2533770"/>
                    </a:lnTo>
                    <a:lnTo>
                      <a:pt x="0" y="2533770"/>
                    </a:lnTo>
                    <a:close/>
                  </a:path>
                </a:pathLst>
              </a:custGeom>
              <a:solidFill>
                <a:srgbClr val="508484"/>
              </a:solidFill>
              <a:ln>
                <a:noFill/>
              </a:ln>
            </p:spPr>
          </p:sp>
          <p:sp>
            <p:nvSpPr>
              <p:cNvPr id="135" name="Google Shape;135;p3"/>
              <p:cNvSpPr txBox="1"/>
              <p:nvPr/>
            </p:nvSpPr>
            <p:spPr>
              <a:xfrm>
                <a:off x="0" y="-28575"/>
                <a:ext cx="812800" cy="2562345"/>
              </a:xfrm>
              <a:prstGeom prst="rect">
                <a:avLst/>
              </a:prstGeom>
              <a:noFill/>
              <a:ln>
                <a:noFill/>
              </a:ln>
            </p:spPr>
            <p:txBody>
              <a:bodyPr anchorCtr="0" anchor="ctr" bIns="50800" lIns="50800" spcFirstLastPara="1" rIns="50800" wrap="square" tIns="50800">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6" name="Google Shape;136;p3"/>
            <p:cNvGrpSpPr/>
            <p:nvPr/>
          </p:nvGrpSpPr>
          <p:grpSpPr>
            <a:xfrm>
              <a:off x="260545" y="173229"/>
              <a:ext cx="4114800" cy="12283729"/>
              <a:chOff x="0" y="-28575"/>
              <a:chExt cx="812800" cy="2426416"/>
            </a:xfrm>
          </p:grpSpPr>
          <p:sp>
            <p:nvSpPr>
              <p:cNvPr id="137" name="Google Shape;137;p3"/>
              <p:cNvSpPr/>
              <p:nvPr/>
            </p:nvSpPr>
            <p:spPr>
              <a:xfrm>
                <a:off x="0" y="0"/>
                <a:ext cx="812800" cy="2397841"/>
              </a:xfrm>
              <a:custGeom>
                <a:rect b="b" l="l" r="r" t="t"/>
                <a:pathLst>
                  <a:path extrusionOk="0" h="2397841" w="812800">
                    <a:moveTo>
                      <a:pt x="0" y="0"/>
                    </a:moveTo>
                    <a:lnTo>
                      <a:pt x="812800" y="0"/>
                    </a:lnTo>
                    <a:lnTo>
                      <a:pt x="812800" y="2397841"/>
                    </a:lnTo>
                    <a:lnTo>
                      <a:pt x="0" y="2397841"/>
                    </a:lnTo>
                    <a:close/>
                  </a:path>
                </a:pathLst>
              </a:custGeom>
              <a:solidFill>
                <a:srgbClr val="7CBBBB"/>
              </a:solidFill>
              <a:ln>
                <a:noFill/>
              </a:ln>
            </p:spPr>
          </p:sp>
          <p:sp>
            <p:nvSpPr>
              <p:cNvPr id="138" name="Google Shape;138;p3"/>
              <p:cNvSpPr txBox="1"/>
              <p:nvPr/>
            </p:nvSpPr>
            <p:spPr>
              <a:xfrm>
                <a:off x="0" y="-28575"/>
                <a:ext cx="812800" cy="2426416"/>
              </a:xfrm>
              <a:prstGeom prst="rect">
                <a:avLst/>
              </a:prstGeom>
              <a:noFill/>
              <a:ln>
                <a:noFill/>
              </a:ln>
            </p:spPr>
            <p:txBody>
              <a:bodyPr anchorCtr="0" anchor="ctr" bIns="50800" lIns="50800" spcFirstLastPara="1" rIns="50800" wrap="square" tIns="50800">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9" name="Google Shape;139;p3"/>
            <p:cNvGrpSpPr/>
            <p:nvPr/>
          </p:nvGrpSpPr>
          <p:grpSpPr>
            <a:xfrm>
              <a:off x="607108" y="544382"/>
              <a:ext cx="4172145" cy="11566917"/>
              <a:chOff x="0" y="-28575"/>
              <a:chExt cx="824127" cy="2284823"/>
            </a:xfrm>
          </p:grpSpPr>
          <p:sp>
            <p:nvSpPr>
              <p:cNvPr id="140" name="Google Shape;140;p3"/>
              <p:cNvSpPr/>
              <p:nvPr/>
            </p:nvSpPr>
            <p:spPr>
              <a:xfrm>
                <a:off x="0" y="0"/>
                <a:ext cx="824127" cy="2256248"/>
              </a:xfrm>
              <a:custGeom>
                <a:rect b="b" l="l" r="r" t="t"/>
                <a:pathLst>
                  <a:path extrusionOk="0" h="2256248" w="824127">
                    <a:moveTo>
                      <a:pt x="0" y="0"/>
                    </a:moveTo>
                    <a:lnTo>
                      <a:pt x="824127" y="0"/>
                    </a:lnTo>
                    <a:lnTo>
                      <a:pt x="824127" y="2256248"/>
                    </a:lnTo>
                    <a:lnTo>
                      <a:pt x="0" y="2256248"/>
                    </a:lnTo>
                    <a:close/>
                  </a:path>
                </a:pathLst>
              </a:custGeom>
              <a:solidFill>
                <a:srgbClr val="B5EFE3"/>
              </a:solidFill>
              <a:ln>
                <a:noFill/>
              </a:ln>
            </p:spPr>
          </p:sp>
          <p:sp>
            <p:nvSpPr>
              <p:cNvPr id="141" name="Google Shape;141;p3"/>
              <p:cNvSpPr txBox="1"/>
              <p:nvPr/>
            </p:nvSpPr>
            <p:spPr>
              <a:xfrm>
                <a:off x="0" y="-28575"/>
                <a:ext cx="824127" cy="2284823"/>
              </a:xfrm>
              <a:prstGeom prst="rect">
                <a:avLst/>
              </a:prstGeom>
              <a:noFill/>
              <a:ln>
                <a:noFill/>
              </a:ln>
            </p:spPr>
            <p:txBody>
              <a:bodyPr anchorCtr="0" anchor="ctr" bIns="50800" lIns="50800" spcFirstLastPara="1" rIns="50800" wrap="square" tIns="50800">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42" name="Google Shape;142;p3"/>
          <p:cNvSpPr txBox="1"/>
          <p:nvPr/>
        </p:nvSpPr>
        <p:spPr>
          <a:xfrm>
            <a:off x="5481568" y="2278683"/>
            <a:ext cx="10917247" cy="1014761"/>
          </a:xfrm>
          <a:prstGeom prst="rect">
            <a:avLst/>
          </a:prstGeom>
          <a:noFill/>
          <a:ln>
            <a:noFill/>
          </a:ln>
        </p:spPr>
        <p:txBody>
          <a:bodyPr anchorCtr="0" anchor="t" bIns="0" lIns="0" spcFirstLastPara="1" rIns="0" wrap="square" tIns="0">
            <a:spAutoFit/>
          </a:bodyPr>
          <a:lstStyle/>
          <a:p>
            <a:pPr indent="0" lvl="0" marL="0" marR="0" rtl="0" algn="l">
              <a:lnSpc>
                <a:spcPct val="114019"/>
              </a:lnSpc>
              <a:spcBef>
                <a:spcPts val="0"/>
              </a:spcBef>
              <a:spcAft>
                <a:spcPts val="0"/>
              </a:spcAft>
              <a:buNone/>
            </a:pPr>
            <a:r>
              <a:rPr b="1" i="0" lang="en-US" sz="6919" u="none" cap="none" strike="noStrike">
                <a:solidFill>
                  <a:srgbClr val="27403B"/>
                </a:solidFill>
                <a:latin typeface="Raleway Black"/>
                <a:ea typeface="Raleway Black"/>
                <a:cs typeface="Raleway Black"/>
                <a:sym typeface="Raleway Black"/>
              </a:rPr>
              <a:t>OBJETIVOS</a:t>
            </a:r>
            <a:endParaRPr/>
          </a:p>
        </p:txBody>
      </p:sp>
      <p:sp>
        <p:nvSpPr>
          <p:cNvPr id="143" name="Google Shape;143;p3"/>
          <p:cNvSpPr txBox="1"/>
          <p:nvPr/>
        </p:nvSpPr>
        <p:spPr>
          <a:xfrm>
            <a:off x="6555353" y="3633942"/>
            <a:ext cx="8769677" cy="1204293"/>
          </a:xfrm>
          <a:prstGeom prst="rect">
            <a:avLst/>
          </a:prstGeom>
          <a:noFill/>
          <a:ln>
            <a:noFill/>
          </a:ln>
        </p:spPr>
        <p:txBody>
          <a:bodyPr anchorCtr="0" anchor="t" bIns="0" lIns="0" spcFirstLastPara="1" rIns="0" wrap="square" tIns="0">
            <a:spAutoFit/>
          </a:bodyPr>
          <a:lstStyle/>
          <a:p>
            <a:pPr indent="0" lvl="0" marL="0" marR="0" rtl="0" algn="l">
              <a:lnSpc>
                <a:spcPct val="154054"/>
              </a:lnSpc>
              <a:spcBef>
                <a:spcPts val="0"/>
              </a:spcBef>
              <a:spcAft>
                <a:spcPts val="0"/>
              </a:spcAft>
              <a:buNone/>
            </a:pPr>
            <a:r>
              <a:rPr b="0" i="0" lang="en-US" sz="2109" u="none" cap="none" strike="noStrike">
                <a:solidFill>
                  <a:srgbClr val="000000"/>
                </a:solidFill>
                <a:latin typeface="Arial"/>
                <a:ea typeface="Arial"/>
                <a:cs typeface="Arial"/>
                <a:sym typeface="Arial"/>
              </a:rPr>
              <a:t>Digitalizar y centralizar el proceso de ingreso de vehículos al taller, reemplazando métodos manuales por una plataforma tecnológica moderna.</a:t>
            </a:r>
            <a:endParaRPr/>
          </a:p>
        </p:txBody>
      </p:sp>
      <p:sp>
        <p:nvSpPr>
          <p:cNvPr id="144" name="Google Shape;144;p3"/>
          <p:cNvSpPr txBox="1"/>
          <p:nvPr/>
        </p:nvSpPr>
        <p:spPr>
          <a:xfrm>
            <a:off x="6701993" y="5464581"/>
            <a:ext cx="8769677" cy="1204293"/>
          </a:xfrm>
          <a:prstGeom prst="rect">
            <a:avLst/>
          </a:prstGeom>
          <a:noFill/>
          <a:ln>
            <a:noFill/>
          </a:ln>
        </p:spPr>
        <p:txBody>
          <a:bodyPr anchorCtr="0" anchor="t" bIns="0" lIns="0" spcFirstLastPara="1" rIns="0" wrap="square" tIns="0">
            <a:spAutoFit/>
          </a:bodyPr>
          <a:lstStyle/>
          <a:p>
            <a:pPr indent="0" lvl="0" marL="0" marR="0" rtl="0" algn="l">
              <a:lnSpc>
                <a:spcPct val="154054"/>
              </a:lnSpc>
              <a:spcBef>
                <a:spcPts val="0"/>
              </a:spcBef>
              <a:spcAft>
                <a:spcPts val="0"/>
              </a:spcAft>
              <a:buNone/>
            </a:pPr>
            <a:r>
              <a:rPr b="0" i="0" lang="en-US" sz="2109" u="none" cap="none" strike="noStrike">
                <a:solidFill>
                  <a:srgbClr val="000000"/>
                </a:solidFill>
                <a:latin typeface="Arial"/>
                <a:ea typeface="Arial"/>
                <a:cs typeface="Arial"/>
                <a:sym typeface="Arial"/>
              </a:rPr>
              <a:t>Mejorar la eficiencia operativa y la coordinación entre choferes, supervisores y mecánicos, optimizando tiempos y recursos.</a:t>
            </a:r>
            <a:endParaRPr/>
          </a:p>
        </p:txBody>
      </p:sp>
      <p:sp>
        <p:nvSpPr>
          <p:cNvPr id="145" name="Google Shape;145;p3"/>
          <p:cNvSpPr txBox="1"/>
          <p:nvPr/>
        </p:nvSpPr>
        <p:spPr>
          <a:xfrm>
            <a:off x="5338642" y="5750615"/>
            <a:ext cx="795763" cy="439725"/>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02</a:t>
            </a:r>
            <a:endParaRPr/>
          </a:p>
        </p:txBody>
      </p:sp>
      <p:sp>
        <p:nvSpPr>
          <p:cNvPr id="146" name="Google Shape;146;p3"/>
          <p:cNvSpPr txBox="1"/>
          <p:nvPr/>
        </p:nvSpPr>
        <p:spPr>
          <a:xfrm>
            <a:off x="6701993" y="7154649"/>
            <a:ext cx="8769677" cy="1204293"/>
          </a:xfrm>
          <a:prstGeom prst="rect">
            <a:avLst/>
          </a:prstGeom>
          <a:noFill/>
          <a:ln>
            <a:noFill/>
          </a:ln>
        </p:spPr>
        <p:txBody>
          <a:bodyPr anchorCtr="0" anchor="t" bIns="0" lIns="0" spcFirstLastPara="1" rIns="0" wrap="square" tIns="0">
            <a:spAutoFit/>
          </a:bodyPr>
          <a:lstStyle/>
          <a:p>
            <a:pPr indent="0" lvl="0" marL="0" marR="0" rtl="0" algn="l">
              <a:lnSpc>
                <a:spcPct val="154054"/>
              </a:lnSpc>
              <a:spcBef>
                <a:spcPts val="0"/>
              </a:spcBef>
              <a:spcAft>
                <a:spcPts val="0"/>
              </a:spcAft>
              <a:buNone/>
            </a:pPr>
            <a:r>
              <a:rPr b="0" i="0" lang="en-US" sz="2109" u="none" cap="none" strike="noStrike">
                <a:solidFill>
                  <a:srgbClr val="000000"/>
                </a:solidFill>
                <a:latin typeface="Arial"/>
                <a:ea typeface="Arial"/>
                <a:cs typeface="Arial"/>
                <a:sym typeface="Arial"/>
              </a:rPr>
              <a:t>Fortalecer la trazabilidad y control de la información, asegurando acceso en tiempo real a datos y reportes para la toma de decisiones.</a:t>
            </a:r>
            <a:endParaRPr/>
          </a:p>
        </p:txBody>
      </p:sp>
      <p:sp>
        <p:nvSpPr>
          <p:cNvPr id="147" name="Google Shape;147;p3"/>
          <p:cNvSpPr txBox="1"/>
          <p:nvPr/>
        </p:nvSpPr>
        <p:spPr>
          <a:xfrm>
            <a:off x="5338642" y="4048771"/>
            <a:ext cx="795763" cy="441311"/>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01</a:t>
            </a:r>
            <a:endParaRPr/>
          </a:p>
        </p:txBody>
      </p:sp>
      <p:sp>
        <p:nvSpPr>
          <p:cNvPr id="148" name="Google Shape;148;p3"/>
          <p:cNvSpPr txBox="1"/>
          <p:nvPr/>
        </p:nvSpPr>
        <p:spPr>
          <a:xfrm>
            <a:off x="5338642" y="7452459"/>
            <a:ext cx="795763" cy="439725"/>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152" name="Shape 152"/>
        <p:cNvGrpSpPr/>
        <p:nvPr/>
      </p:nvGrpSpPr>
      <p:grpSpPr>
        <a:xfrm>
          <a:off x="0" y="0"/>
          <a:ext cx="0" cy="0"/>
          <a:chOff x="0" y="0"/>
          <a:chExt cx="0" cy="0"/>
        </a:xfrm>
      </p:grpSpPr>
      <p:grpSp>
        <p:nvGrpSpPr>
          <p:cNvPr id="153" name="Google Shape;153;p4"/>
          <p:cNvGrpSpPr/>
          <p:nvPr/>
        </p:nvGrpSpPr>
        <p:grpSpPr>
          <a:xfrm rot="10800000">
            <a:off x="427669" y="333297"/>
            <a:ext cx="17451710" cy="9695741"/>
            <a:chOff x="0" y="-100447"/>
            <a:chExt cx="23268946" cy="12927656"/>
          </a:xfrm>
        </p:grpSpPr>
        <p:grpSp>
          <p:nvGrpSpPr>
            <p:cNvPr id="154" name="Google Shape;154;p4"/>
            <p:cNvGrpSpPr/>
            <p:nvPr/>
          </p:nvGrpSpPr>
          <p:grpSpPr>
            <a:xfrm>
              <a:off x="0" y="-100447"/>
              <a:ext cx="23268945" cy="12927656"/>
              <a:chOff x="0" y="-28575"/>
              <a:chExt cx="6619526" cy="3677646"/>
            </a:xfrm>
          </p:grpSpPr>
          <p:sp>
            <p:nvSpPr>
              <p:cNvPr id="155" name="Google Shape;155;p4"/>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156" name="Google Shape;156;p4"/>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7" name="Google Shape;157;p4"/>
            <p:cNvGrpSpPr/>
            <p:nvPr/>
          </p:nvGrpSpPr>
          <p:grpSpPr>
            <a:xfrm>
              <a:off x="293149" y="192732"/>
              <a:ext cx="22662658" cy="12295445"/>
              <a:chOff x="0" y="-28575"/>
              <a:chExt cx="6447050" cy="3497796"/>
            </a:xfrm>
          </p:grpSpPr>
          <p:sp>
            <p:nvSpPr>
              <p:cNvPr id="158" name="Google Shape;158;p4"/>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159" name="Google Shape;159;p4"/>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0" name="Google Shape;160;p4"/>
            <p:cNvSpPr/>
            <p:nvPr/>
          </p:nvSpPr>
          <p:spPr>
            <a:xfrm rot="5400000">
              <a:off x="18828976" y="0"/>
              <a:ext cx="4439970" cy="4439970"/>
            </a:xfrm>
            <a:custGeom>
              <a:rect b="b" l="l" r="r" t="t"/>
              <a:pathLst>
                <a:path extrusionOk="0" h="4439970" w="4439970">
                  <a:moveTo>
                    <a:pt x="0" y="0"/>
                  </a:moveTo>
                  <a:lnTo>
                    <a:pt x="4439969" y="0"/>
                  </a:lnTo>
                  <a:lnTo>
                    <a:pt x="4439969" y="4439970"/>
                  </a:lnTo>
                  <a:lnTo>
                    <a:pt x="0" y="4439970"/>
                  </a:lnTo>
                  <a:lnTo>
                    <a:pt x="0" y="0"/>
                  </a:lnTo>
                  <a:close/>
                </a:path>
              </a:pathLst>
            </a:custGeom>
            <a:blipFill rotWithShape="1">
              <a:blip r:embed="rId3">
                <a:alphaModFix/>
              </a:blip>
              <a:stretch>
                <a:fillRect b="0" l="0" r="0" t="0"/>
              </a:stretch>
            </a:blipFill>
            <a:ln>
              <a:noFill/>
            </a:ln>
          </p:spPr>
        </p:sp>
      </p:grpSp>
      <p:sp>
        <p:nvSpPr>
          <p:cNvPr id="161" name="Google Shape;161;p4"/>
          <p:cNvSpPr txBox="1"/>
          <p:nvPr/>
        </p:nvSpPr>
        <p:spPr>
          <a:xfrm>
            <a:off x="3465924" y="1439154"/>
            <a:ext cx="11356153" cy="1075300"/>
          </a:xfrm>
          <a:prstGeom prst="rect">
            <a:avLst/>
          </a:prstGeom>
          <a:noFill/>
          <a:ln>
            <a:noFill/>
          </a:ln>
        </p:spPr>
        <p:txBody>
          <a:bodyPr anchorCtr="0" anchor="t" bIns="0" lIns="0" spcFirstLastPara="1" rIns="0" wrap="square" tIns="0">
            <a:spAutoFit/>
          </a:bodyPr>
          <a:lstStyle/>
          <a:p>
            <a:pPr indent="0" lvl="0" marL="0" marR="0" rtl="0" algn="l">
              <a:lnSpc>
                <a:spcPct val="113998"/>
              </a:lnSpc>
              <a:spcBef>
                <a:spcPts val="0"/>
              </a:spcBef>
              <a:spcAft>
                <a:spcPts val="0"/>
              </a:spcAft>
              <a:buNone/>
            </a:pPr>
            <a:r>
              <a:rPr b="1" i="0" lang="en-US" sz="7365" u="none" cap="none" strike="noStrike">
                <a:solidFill>
                  <a:srgbClr val="27403B"/>
                </a:solidFill>
                <a:latin typeface="Raleway Black"/>
                <a:ea typeface="Raleway Black"/>
                <a:cs typeface="Raleway Black"/>
                <a:sym typeface="Raleway Black"/>
              </a:rPr>
              <a:t>METODOLOGIA</a:t>
            </a:r>
            <a:endParaRPr/>
          </a:p>
        </p:txBody>
      </p:sp>
      <p:sp>
        <p:nvSpPr>
          <p:cNvPr id="162" name="Google Shape;162;p4"/>
          <p:cNvSpPr txBox="1"/>
          <p:nvPr/>
        </p:nvSpPr>
        <p:spPr>
          <a:xfrm>
            <a:off x="3253210" y="3471624"/>
            <a:ext cx="11781581" cy="1804649"/>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None/>
            </a:pPr>
            <a:r>
              <a:rPr b="0" i="0" lang="en-US" sz="2075" u="none" cap="none" strike="noStrike">
                <a:solidFill>
                  <a:srgbClr val="27403B"/>
                </a:solidFill>
                <a:latin typeface="Arial"/>
                <a:ea typeface="Arial"/>
                <a:cs typeface="Arial"/>
                <a:sym typeface="Arial"/>
              </a:rPr>
              <a:t>Para el desarrollo de la plataforma aplicamos una Metodología Tradicional en Cascada (Waterfall), organizando el trabajo en 4 fases secuenciales: Planificación, Análisis y Diseño, Ejecucucion, Pruebas e Implementación. Cada etapa se completa y valida antes de avanzar a la siguiente, garantizando un proceso estructurado, controlado y con documentación clara en cada fase del proyecto.</a:t>
            </a:r>
            <a:endParaRPr/>
          </a:p>
        </p:txBody>
      </p:sp>
      <p:sp>
        <p:nvSpPr>
          <p:cNvPr id="163" name="Google Shape;163;p4"/>
          <p:cNvSpPr txBox="1"/>
          <p:nvPr/>
        </p:nvSpPr>
        <p:spPr>
          <a:xfrm>
            <a:off x="2328498" y="5746806"/>
            <a:ext cx="13554123" cy="2528549"/>
          </a:xfrm>
          <a:prstGeom prst="rect">
            <a:avLst/>
          </a:prstGeom>
          <a:noFill/>
          <a:ln>
            <a:noFill/>
          </a:ln>
        </p:spPr>
        <p:txBody>
          <a:bodyPr anchorCtr="0" anchor="t" bIns="0" lIns="0" spcFirstLastPara="1" rIns="0" wrap="square" tIns="0">
            <a:spAutoFit/>
          </a:bodyPr>
          <a:lstStyle/>
          <a:p>
            <a:pPr indent="0" lvl="0" marL="0" marR="0" rtl="0" algn="ctr">
              <a:lnSpc>
                <a:spcPct val="140048"/>
              </a:lnSpc>
              <a:spcBef>
                <a:spcPts val="0"/>
              </a:spcBef>
              <a:spcAft>
                <a:spcPts val="0"/>
              </a:spcAft>
              <a:buNone/>
            </a:pPr>
            <a:r>
              <a:rPr b="1" i="0" lang="en-US" sz="2075" u="none" cap="none" strike="noStrike">
                <a:solidFill>
                  <a:srgbClr val="27403B"/>
                </a:solidFill>
                <a:latin typeface="Arial"/>
                <a:ea typeface="Arial"/>
                <a:cs typeface="Arial"/>
                <a:sym typeface="Arial"/>
              </a:rPr>
              <a:t>Justificacion:</a:t>
            </a:r>
            <a:r>
              <a:rPr b="0" i="0" lang="en-US" sz="2075" u="none" cap="none" strike="noStrike">
                <a:solidFill>
                  <a:srgbClr val="27403B"/>
                </a:solidFill>
                <a:latin typeface="Arial"/>
                <a:ea typeface="Arial"/>
                <a:cs typeface="Arial"/>
                <a:sym typeface="Arial"/>
              </a:rPr>
              <a:t> Elegimos esta metodología porque el proyecto cuenta con requerimientos bien definidos desde el inicio, entregados por PepsiCo mediante el caso de estudio. Además, al ser un cliente corporativo, se requiere alta trazabilidad, formalidad y documentos obligatorios, como el Acta, la EDT, los Casos de Uso, el Modelo de Datos y el Plan de Pruebas. El cronograma es rígido y secuencial, lo que se ajusta de manera natural al modelo tradicional. Finalmente, el tamaño del equipo y la necesidad de validar cada fase antes de continuar hacen que Waterfall sea la opción más eficiente y segura para asegurar calidad y cumplimiento en los tiempos establecidos.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167" name="Shape 167"/>
        <p:cNvGrpSpPr/>
        <p:nvPr/>
      </p:nvGrpSpPr>
      <p:grpSpPr>
        <a:xfrm>
          <a:off x="0" y="0"/>
          <a:ext cx="0" cy="0"/>
          <a:chOff x="0" y="0"/>
          <a:chExt cx="0" cy="0"/>
        </a:xfrm>
      </p:grpSpPr>
      <p:grpSp>
        <p:nvGrpSpPr>
          <p:cNvPr id="168" name="Google Shape;168;p5"/>
          <p:cNvGrpSpPr/>
          <p:nvPr/>
        </p:nvGrpSpPr>
        <p:grpSpPr>
          <a:xfrm rot="10800000">
            <a:off x="379704" y="333297"/>
            <a:ext cx="17451710" cy="9695741"/>
            <a:chOff x="0" y="-100447"/>
            <a:chExt cx="23268946" cy="12927656"/>
          </a:xfrm>
        </p:grpSpPr>
        <p:grpSp>
          <p:nvGrpSpPr>
            <p:cNvPr id="169" name="Google Shape;169;p5"/>
            <p:cNvGrpSpPr/>
            <p:nvPr/>
          </p:nvGrpSpPr>
          <p:grpSpPr>
            <a:xfrm>
              <a:off x="0" y="-100447"/>
              <a:ext cx="23268945" cy="12927656"/>
              <a:chOff x="0" y="-28575"/>
              <a:chExt cx="6619526" cy="3677646"/>
            </a:xfrm>
          </p:grpSpPr>
          <p:sp>
            <p:nvSpPr>
              <p:cNvPr id="170" name="Google Shape;170;p5"/>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171" name="Google Shape;171;p5"/>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2" name="Google Shape;172;p5"/>
            <p:cNvGrpSpPr/>
            <p:nvPr/>
          </p:nvGrpSpPr>
          <p:grpSpPr>
            <a:xfrm>
              <a:off x="293149" y="192732"/>
              <a:ext cx="22662658" cy="12295445"/>
              <a:chOff x="0" y="-28575"/>
              <a:chExt cx="6447050" cy="3497796"/>
            </a:xfrm>
          </p:grpSpPr>
          <p:sp>
            <p:nvSpPr>
              <p:cNvPr id="173" name="Google Shape;173;p5"/>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174" name="Google Shape;174;p5"/>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5" name="Google Shape;175;p5"/>
            <p:cNvSpPr/>
            <p:nvPr/>
          </p:nvSpPr>
          <p:spPr>
            <a:xfrm rot="5400000">
              <a:off x="18828976" y="0"/>
              <a:ext cx="4439970" cy="4439970"/>
            </a:xfrm>
            <a:custGeom>
              <a:rect b="b" l="l" r="r" t="t"/>
              <a:pathLst>
                <a:path extrusionOk="0" h="4439970" w="4439970">
                  <a:moveTo>
                    <a:pt x="0" y="0"/>
                  </a:moveTo>
                  <a:lnTo>
                    <a:pt x="4439969" y="0"/>
                  </a:lnTo>
                  <a:lnTo>
                    <a:pt x="4439969" y="4439970"/>
                  </a:lnTo>
                  <a:lnTo>
                    <a:pt x="0" y="4439970"/>
                  </a:lnTo>
                  <a:lnTo>
                    <a:pt x="0" y="0"/>
                  </a:lnTo>
                  <a:close/>
                </a:path>
              </a:pathLst>
            </a:custGeom>
            <a:blipFill rotWithShape="1">
              <a:blip r:embed="rId3">
                <a:alphaModFix/>
              </a:blip>
              <a:stretch>
                <a:fillRect b="0" l="0" r="0" t="0"/>
              </a:stretch>
            </a:blipFill>
            <a:ln>
              <a:noFill/>
            </a:ln>
          </p:spPr>
        </p:sp>
      </p:grpSp>
      <p:sp>
        <p:nvSpPr>
          <p:cNvPr id="176" name="Google Shape;176;p5"/>
          <p:cNvSpPr/>
          <p:nvPr/>
        </p:nvSpPr>
        <p:spPr>
          <a:xfrm>
            <a:off x="3465924" y="2475599"/>
            <a:ext cx="4355757" cy="2667901"/>
          </a:xfrm>
          <a:custGeom>
            <a:rect b="b" l="l" r="r" t="t"/>
            <a:pathLst>
              <a:path extrusionOk="0" h="2667901" w="4355757">
                <a:moveTo>
                  <a:pt x="0" y="0"/>
                </a:moveTo>
                <a:lnTo>
                  <a:pt x="4355757" y="0"/>
                </a:lnTo>
                <a:lnTo>
                  <a:pt x="4355757" y="2667901"/>
                </a:lnTo>
                <a:lnTo>
                  <a:pt x="0" y="2667901"/>
                </a:lnTo>
                <a:lnTo>
                  <a:pt x="0" y="0"/>
                </a:lnTo>
                <a:close/>
              </a:path>
            </a:pathLst>
          </a:custGeom>
          <a:blipFill rotWithShape="1">
            <a:blip r:embed="rId4">
              <a:alphaModFix/>
            </a:blip>
            <a:stretch>
              <a:fillRect b="0" l="0" r="0" t="0"/>
            </a:stretch>
          </a:blipFill>
          <a:ln>
            <a:noFill/>
          </a:ln>
        </p:spPr>
      </p:sp>
      <p:sp>
        <p:nvSpPr>
          <p:cNvPr id="177" name="Google Shape;177;p5"/>
          <p:cNvSpPr/>
          <p:nvPr/>
        </p:nvSpPr>
        <p:spPr>
          <a:xfrm>
            <a:off x="3884822" y="5459755"/>
            <a:ext cx="3325634" cy="3798545"/>
          </a:xfrm>
          <a:custGeom>
            <a:rect b="b" l="l" r="r" t="t"/>
            <a:pathLst>
              <a:path extrusionOk="0" h="3798545" w="3325634">
                <a:moveTo>
                  <a:pt x="0" y="0"/>
                </a:moveTo>
                <a:lnTo>
                  <a:pt x="3325634" y="0"/>
                </a:lnTo>
                <a:lnTo>
                  <a:pt x="3325634" y="3798545"/>
                </a:lnTo>
                <a:lnTo>
                  <a:pt x="0" y="3798545"/>
                </a:lnTo>
                <a:lnTo>
                  <a:pt x="0" y="0"/>
                </a:lnTo>
                <a:close/>
              </a:path>
            </a:pathLst>
          </a:custGeom>
          <a:blipFill rotWithShape="1">
            <a:blip r:embed="rId5">
              <a:alphaModFix/>
            </a:blip>
            <a:stretch>
              <a:fillRect b="0" l="0" r="0" t="0"/>
            </a:stretch>
          </a:blipFill>
          <a:ln>
            <a:noFill/>
          </a:ln>
        </p:spPr>
      </p:sp>
      <p:sp>
        <p:nvSpPr>
          <p:cNvPr id="178" name="Google Shape;178;p5"/>
          <p:cNvSpPr/>
          <p:nvPr/>
        </p:nvSpPr>
        <p:spPr>
          <a:xfrm>
            <a:off x="11469440" y="2166326"/>
            <a:ext cx="3718476" cy="3347824"/>
          </a:xfrm>
          <a:custGeom>
            <a:rect b="b" l="l" r="r" t="t"/>
            <a:pathLst>
              <a:path extrusionOk="0" h="3347824" w="3718476">
                <a:moveTo>
                  <a:pt x="0" y="0"/>
                </a:moveTo>
                <a:lnTo>
                  <a:pt x="3718476" y="0"/>
                </a:lnTo>
                <a:lnTo>
                  <a:pt x="3718476" y="3347824"/>
                </a:lnTo>
                <a:lnTo>
                  <a:pt x="0" y="3347824"/>
                </a:lnTo>
                <a:lnTo>
                  <a:pt x="0" y="0"/>
                </a:lnTo>
                <a:close/>
              </a:path>
            </a:pathLst>
          </a:custGeom>
          <a:blipFill rotWithShape="1">
            <a:blip r:embed="rId6">
              <a:alphaModFix/>
            </a:blip>
            <a:stretch>
              <a:fillRect b="0" l="0" r="0" t="0"/>
            </a:stretch>
          </a:blipFill>
          <a:ln>
            <a:noFill/>
          </a:ln>
        </p:spPr>
      </p:sp>
      <p:sp>
        <p:nvSpPr>
          <p:cNvPr id="179" name="Google Shape;179;p5"/>
          <p:cNvSpPr/>
          <p:nvPr/>
        </p:nvSpPr>
        <p:spPr>
          <a:xfrm>
            <a:off x="11756969" y="6669726"/>
            <a:ext cx="2391302" cy="2247824"/>
          </a:xfrm>
          <a:custGeom>
            <a:rect b="b" l="l" r="r" t="t"/>
            <a:pathLst>
              <a:path extrusionOk="0" h="2247824" w="2391302">
                <a:moveTo>
                  <a:pt x="0" y="0"/>
                </a:moveTo>
                <a:lnTo>
                  <a:pt x="2391302" y="0"/>
                </a:lnTo>
                <a:lnTo>
                  <a:pt x="2391302" y="2247824"/>
                </a:lnTo>
                <a:lnTo>
                  <a:pt x="0" y="2247824"/>
                </a:lnTo>
                <a:lnTo>
                  <a:pt x="0" y="0"/>
                </a:lnTo>
                <a:close/>
              </a:path>
            </a:pathLst>
          </a:custGeom>
          <a:blipFill rotWithShape="1">
            <a:blip r:embed="rId7">
              <a:alphaModFix/>
            </a:blip>
            <a:stretch>
              <a:fillRect b="0" l="0" r="0" t="0"/>
            </a:stretch>
          </a:blipFill>
          <a:ln>
            <a:noFill/>
          </a:ln>
        </p:spPr>
      </p:sp>
      <p:sp>
        <p:nvSpPr>
          <p:cNvPr id="180" name="Google Shape;180;p5"/>
          <p:cNvSpPr txBox="1"/>
          <p:nvPr/>
        </p:nvSpPr>
        <p:spPr>
          <a:xfrm>
            <a:off x="2179809" y="3178271"/>
            <a:ext cx="795763" cy="441311"/>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01</a:t>
            </a:r>
            <a:endParaRPr/>
          </a:p>
        </p:txBody>
      </p:sp>
      <p:sp>
        <p:nvSpPr>
          <p:cNvPr id="181" name="Google Shape;181;p5"/>
          <p:cNvSpPr txBox="1"/>
          <p:nvPr/>
        </p:nvSpPr>
        <p:spPr>
          <a:xfrm>
            <a:off x="2179809" y="7269999"/>
            <a:ext cx="795763" cy="441311"/>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02</a:t>
            </a:r>
            <a:endParaRPr/>
          </a:p>
        </p:txBody>
      </p:sp>
      <p:sp>
        <p:nvSpPr>
          <p:cNvPr id="182" name="Google Shape;182;p5"/>
          <p:cNvSpPr txBox="1"/>
          <p:nvPr/>
        </p:nvSpPr>
        <p:spPr>
          <a:xfrm>
            <a:off x="10187903" y="3398927"/>
            <a:ext cx="795763" cy="441311"/>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03</a:t>
            </a:r>
            <a:endParaRPr/>
          </a:p>
        </p:txBody>
      </p:sp>
      <p:sp>
        <p:nvSpPr>
          <p:cNvPr id="183" name="Google Shape;183;p5"/>
          <p:cNvSpPr txBox="1"/>
          <p:nvPr/>
        </p:nvSpPr>
        <p:spPr>
          <a:xfrm>
            <a:off x="10472776" y="7572983"/>
            <a:ext cx="795763" cy="441311"/>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04</a:t>
            </a:r>
            <a:endParaRPr/>
          </a:p>
        </p:txBody>
      </p:sp>
      <p:sp>
        <p:nvSpPr>
          <p:cNvPr id="184" name="Google Shape;184;p5"/>
          <p:cNvSpPr txBox="1"/>
          <p:nvPr/>
        </p:nvSpPr>
        <p:spPr>
          <a:xfrm>
            <a:off x="3465924" y="821929"/>
            <a:ext cx="11356153" cy="1075300"/>
          </a:xfrm>
          <a:prstGeom prst="rect">
            <a:avLst/>
          </a:prstGeom>
          <a:noFill/>
          <a:ln>
            <a:noFill/>
          </a:ln>
        </p:spPr>
        <p:txBody>
          <a:bodyPr anchorCtr="0" anchor="t" bIns="0" lIns="0" spcFirstLastPara="1" rIns="0" wrap="square" tIns="0">
            <a:spAutoFit/>
          </a:bodyPr>
          <a:lstStyle/>
          <a:p>
            <a:pPr indent="0" lvl="0" marL="0" marR="0" rtl="0" algn="l">
              <a:lnSpc>
                <a:spcPct val="113998"/>
              </a:lnSpc>
              <a:spcBef>
                <a:spcPts val="0"/>
              </a:spcBef>
              <a:spcAft>
                <a:spcPts val="0"/>
              </a:spcAft>
              <a:buNone/>
            </a:pPr>
            <a:r>
              <a:rPr b="1" i="0" lang="en-US" sz="7365" u="none" cap="none" strike="noStrike">
                <a:solidFill>
                  <a:srgbClr val="27403B"/>
                </a:solidFill>
                <a:latin typeface="Raleway Black"/>
                <a:ea typeface="Raleway Black"/>
                <a:cs typeface="Raleway Black"/>
                <a:sym typeface="Raleway Black"/>
              </a:rPr>
              <a:t>PLANIFICACION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188" name="Shape 188"/>
        <p:cNvGrpSpPr/>
        <p:nvPr/>
      </p:nvGrpSpPr>
      <p:grpSpPr>
        <a:xfrm>
          <a:off x="0" y="0"/>
          <a:ext cx="0" cy="0"/>
          <a:chOff x="0" y="0"/>
          <a:chExt cx="0" cy="0"/>
        </a:xfrm>
      </p:grpSpPr>
      <p:grpSp>
        <p:nvGrpSpPr>
          <p:cNvPr id="189" name="Google Shape;189;p6"/>
          <p:cNvGrpSpPr/>
          <p:nvPr/>
        </p:nvGrpSpPr>
        <p:grpSpPr>
          <a:xfrm rot="10800000">
            <a:off x="379705" y="333297"/>
            <a:ext cx="17451709" cy="9728902"/>
            <a:chOff x="0" y="-144661"/>
            <a:chExt cx="23268945" cy="12971870"/>
          </a:xfrm>
        </p:grpSpPr>
        <p:grpSp>
          <p:nvGrpSpPr>
            <p:cNvPr id="190" name="Google Shape;190;p6"/>
            <p:cNvGrpSpPr/>
            <p:nvPr/>
          </p:nvGrpSpPr>
          <p:grpSpPr>
            <a:xfrm>
              <a:off x="0" y="-100447"/>
              <a:ext cx="23268945" cy="12927656"/>
              <a:chOff x="0" y="-28575"/>
              <a:chExt cx="6619526" cy="3677646"/>
            </a:xfrm>
          </p:grpSpPr>
          <p:sp>
            <p:nvSpPr>
              <p:cNvPr id="191" name="Google Shape;191;p6"/>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192" name="Google Shape;192;p6"/>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3" name="Google Shape;193;p6"/>
            <p:cNvGrpSpPr/>
            <p:nvPr/>
          </p:nvGrpSpPr>
          <p:grpSpPr>
            <a:xfrm>
              <a:off x="293149" y="192732"/>
              <a:ext cx="22662658" cy="12295445"/>
              <a:chOff x="0" y="-28575"/>
              <a:chExt cx="6447050" cy="3497796"/>
            </a:xfrm>
          </p:grpSpPr>
          <p:sp>
            <p:nvSpPr>
              <p:cNvPr id="194" name="Google Shape;194;p6"/>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195" name="Google Shape;195;p6"/>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6"/>
            <p:cNvGrpSpPr/>
            <p:nvPr/>
          </p:nvGrpSpPr>
          <p:grpSpPr>
            <a:xfrm>
              <a:off x="675815" y="588912"/>
              <a:ext cx="21959466" cy="11535276"/>
              <a:chOff x="0" y="-28575"/>
              <a:chExt cx="6247007" cy="3281544"/>
            </a:xfrm>
          </p:grpSpPr>
          <p:sp>
            <p:nvSpPr>
              <p:cNvPr id="197" name="Google Shape;197;p6"/>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198" name="Google Shape;198;p6"/>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6"/>
            <p:cNvGrpSpPr/>
            <p:nvPr/>
          </p:nvGrpSpPr>
          <p:grpSpPr>
            <a:xfrm>
              <a:off x="0" y="-144661"/>
              <a:ext cx="4114800" cy="12971870"/>
              <a:chOff x="0" y="-28575"/>
              <a:chExt cx="812800" cy="2562345"/>
            </a:xfrm>
          </p:grpSpPr>
          <p:sp>
            <p:nvSpPr>
              <p:cNvPr id="200" name="Google Shape;200;p6"/>
              <p:cNvSpPr/>
              <p:nvPr/>
            </p:nvSpPr>
            <p:spPr>
              <a:xfrm>
                <a:off x="0" y="0"/>
                <a:ext cx="812800" cy="2533770"/>
              </a:xfrm>
              <a:custGeom>
                <a:rect b="b" l="l" r="r" t="t"/>
                <a:pathLst>
                  <a:path extrusionOk="0" h="2533770" w="812800">
                    <a:moveTo>
                      <a:pt x="0" y="0"/>
                    </a:moveTo>
                    <a:lnTo>
                      <a:pt x="812800" y="0"/>
                    </a:lnTo>
                    <a:lnTo>
                      <a:pt x="812800" y="2533770"/>
                    </a:lnTo>
                    <a:lnTo>
                      <a:pt x="0" y="2533770"/>
                    </a:lnTo>
                    <a:close/>
                  </a:path>
                </a:pathLst>
              </a:custGeom>
              <a:solidFill>
                <a:srgbClr val="508484"/>
              </a:solidFill>
              <a:ln>
                <a:noFill/>
              </a:ln>
            </p:spPr>
          </p:sp>
          <p:sp>
            <p:nvSpPr>
              <p:cNvPr id="201" name="Google Shape;201;p6"/>
              <p:cNvSpPr txBox="1"/>
              <p:nvPr/>
            </p:nvSpPr>
            <p:spPr>
              <a:xfrm>
                <a:off x="0" y="-28575"/>
                <a:ext cx="812800" cy="2562345"/>
              </a:xfrm>
              <a:prstGeom prst="rect">
                <a:avLst/>
              </a:prstGeom>
              <a:noFill/>
              <a:ln>
                <a:noFill/>
              </a:ln>
            </p:spPr>
            <p:txBody>
              <a:bodyPr anchorCtr="0" anchor="ctr" bIns="50800" lIns="50800" spcFirstLastPara="1" rIns="50800" wrap="square" tIns="50800">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2" name="Google Shape;202;p6"/>
            <p:cNvGrpSpPr/>
            <p:nvPr/>
          </p:nvGrpSpPr>
          <p:grpSpPr>
            <a:xfrm>
              <a:off x="260545" y="173229"/>
              <a:ext cx="4114800" cy="12283729"/>
              <a:chOff x="0" y="-28575"/>
              <a:chExt cx="812800" cy="2426416"/>
            </a:xfrm>
          </p:grpSpPr>
          <p:sp>
            <p:nvSpPr>
              <p:cNvPr id="203" name="Google Shape;203;p6"/>
              <p:cNvSpPr/>
              <p:nvPr/>
            </p:nvSpPr>
            <p:spPr>
              <a:xfrm>
                <a:off x="0" y="0"/>
                <a:ext cx="812800" cy="2397841"/>
              </a:xfrm>
              <a:custGeom>
                <a:rect b="b" l="l" r="r" t="t"/>
                <a:pathLst>
                  <a:path extrusionOk="0" h="2397841" w="812800">
                    <a:moveTo>
                      <a:pt x="0" y="0"/>
                    </a:moveTo>
                    <a:lnTo>
                      <a:pt x="812800" y="0"/>
                    </a:lnTo>
                    <a:lnTo>
                      <a:pt x="812800" y="2397841"/>
                    </a:lnTo>
                    <a:lnTo>
                      <a:pt x="0" y="2397841"/>
                    </a:lnTo>
                    <a:close/>
                  </a:path>
                </a:pathLst>
              </a:custGeom>
              <a:solidFill>
                <a:srgbClr val="7CBBBB"/>
              </a:solidFill>
              <a:ln>
                <a:noFill/>
              </a:ln>
            </p:spPr>
          </p:sp>
          <p:sp>
            <p:nvSpPr>
              <p:cNvPr id="204" name="Google Shape;204;p6"/>
              <p:cNvSpPr txBox="1"/>
              <p:nvPr/>
            </p:nvSpPr>
            <p:spPr>
              <a:xfrm>
                <a:off x="0" y="-28575"/>
                <a:ext cx="812800" cy="2426416"/>
              </a:xfrm>
              <a:prstGeom prst="rect">
                <a:avLst/>
              </a:prstGeom>
              <a:noFill/>
              <a:ln>
                <a:noFill/>
              </a:ln>
            </p:spPr>
            <p:txBody>
              <a:bodyPr anchorCtr="0" anchor="ctr" bIns="50800" lIns="50800" spcFirstLastPara="1" rIns="50800" wrap="square" tIns="50800">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5" name="Google Shape;205;p6"/>
            <p:cNvGrpSpPr/>
            <p:nvPr/>
          </p:nvGrpSpPr>
          <p:grpSpPr>
            <a:xfrm>
              <a:off x="607108" y="544382"/>
              <a:ext cx="4172145" cy="11566917"/>
              <a:chOff x="0" y="-28575"/>
              <a:chExt cx="824127" cy="2284823"/>
            </a:xfrm>
          </p:grpSpPr>
          <p:sp>
            <p:nvSpPr>
              <p:cNvPr id="206" name="Google Shape;206;p6"/>
              <p:cNvSpPr/>
              <p:nvPr/>
            </p:nvSpPr>
            <p:spPr>
              <a:xfrm>
                <a:off x="0" y="0"/>
                <a:ext cx="824127" cy="2256248"/>
              </a:xfrm>
              <a:custGeom>
                <a:rect b="b" l="l" r="r" t="t"/>
                <a:pathLst>
                  <a:path extrusionOk="0" h="2256248" w="824127">
                    <a:moveTo>
                      <a:pt x="0" y="0"/>
                    </a:moveTo>
                    <a:lnTo>
                      <a:pt x="824127" y="0"/>
                    </a:lnTo>
                    <a:lnTo>
                      <a:pt x="824127" y="2256248"/>
                    </a:lnTo>
                    <a:lnTo>
                      <a:pt x="0" y="2256248"/>
                    </a:lnTo>
                    <a:close/>
                  </a:path>
                </a:pathLst>
              </a:custGeom>
              <a:solidFill>
                <a:srgbClr val="B5EFE3"/>
              </a:solidFill>
              <a:ln>
                <a:noFill/>
              </a:ln>
            </p:spPr>
          </p:sp>
          <p:sp>
            <p:nvSpPr>
              <p:cNvPr id="207" name="Google Shape;207;p6"/>
              <p:cNvSpPr txBox="1"/>
              <p:nvPr/>
            </p:nvSpPr>
            <p:spPr>
              <a:xfrm>
                <a:off x="0" y="-28575"/>
                <a:ext cx="824127" cy="2284823"/>
              </a:xfrm>
              <a:prstGeom prst="rect">
                <a:avLst/>
              </a:prstGeom>
              <a:noFill/>
              <a:ln>
                <a:noFill/>
              </a:ln>
            </p:spPr>
            <p:txBody>
              <a:bodyPr anchorCtr="0" anchor="ctr" bIns="50800" lIns="50800" spcFirstLastPara="1" rIns="50800" wrap="square" tIns="50800">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08" name="Google Shape;208;p6"/>
          <p:cNvSpPr/>
          <p:nvPr/>
        </p:nvSpPr>
        <p:spPr>
          <a:xfrm>
            <a:off x="9955727" y="920577"/>
            <a:ext cx="5696352" cy="8445846"/>
          </a:xfrm>
          <a:custGeom>
            <a:rect b="b" l="l" r="r" t="t"/>
            <a:pathLst>
              <a:path extrusionOk="0" h="8445846" w="5696352">
                <a:moveTo>
                  <a:pt x="0" y="0"/>
                </a:moveTo>
                <a:lnTo>
                  <a:pt x="5696353" y="0"/>
                </a:lnTo>
                <a:lnTo>
                  <a:pt x="5696353" y="8445846"/>
                </a:lnTo>
                <a:lnTo>
                  <a:pt x="0" y="8445846"/>
                </a:lnTo>
                <a:lnTo>
                  <a:pt x="0" y="0"/>
                </a:lnTo>
                <a:close/>
              </a:path>
            </a:pathLst>
          </a:custGeom>
          <a:blipFill rotWithShape="1">
            <a:blip r:embed="rId3">
              <a:alphaModFix/>
            </a:blip>
            <a:stretch>
              <a:fillRect b="0" l="0" r="0" t="0"/>
            </a:stretch>
          </a:blipFill>
          <a:ln>
            <a:noFill/>
          </a:ln>
        </p:spPr>
      </p:sp>
      <p:sp>
        <p:nvSpPr>
          <p:cNvPr id="209" name="Google Shape;209;p6"/>
          <p:cNvSpPr txBox="1"/>
          <p:nvPr/>
        </p:nvSpPr>
        <p:spPr>
          <a:xfrm>
            <a:off x="861963" y="1461931"/>
            <a:ext cx="8924126" cy="1584201"/>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5400" u="none" cap="none" strike="noStrike">
                <a:solidFill>
                  <a:srgbClr val="27403B"/>
                </a:solidFill>
                <a:latin typeface="Raleway"/>
                <a:ea typeface="Raleway"/>
                <a:cs typeface="Raleway"/>
                <a:sym typeface="Raleway"/>
              </a:rPr>
              <a:t>AVANCE DEL PROYECTO</a:t>
            </a:r>
            <a:endParaRPr/>
          </a:p>
        </p:txBody>
      </p:sp>
      <p:sp>
        <p:nvSpPr>
          <p:cNvPr id="210" name="Google Shape;210;p6"/>
          <p:cNvSpPr txBox="1"/>
          <p:nvPr/>
        </p:nvSpPr>
        <p:spPr>
          <a:xfrm>
            <a:off x="2164905" y="4059140"/>
            <a:ext cx="6940654" cy="3652375"/>
          </a:xfrm>
          <a:prstGeom prst="rect">
            <a:avLst/>
          </a:prstGeom>
          <a:noFill/>
          <a:ln>
            <a:noFill/>
          </a:ln>
        </p:spPr>
        <p:txBody>
          <a:bodyPr anchorCtr="0" anchor="t" bIns="0" lIns="0" spcFirstLastPara="1" rIns="0" wrap="square" tIns="0">
            <a:spAutoFit/>
          </a:bodyPr>
          <a:lstStyle/>
          <a:p>
            <a:pPr indent="0" lvl="0" marL="0" marR="0" rtl="0" algn="l">
              <a:lnSpc>
                <a:spcPct val="164024"/>
              </a:lnSpc>
              <a:spcBef>
                <a:spcPts val="0"/>
              </a:spcBef>
              <a:spcAft>
                <a:spcPts val="0"/>
              </a:spcAft>
              <a:buNone/>
            </a:pPr>
            <a:r>
              <a:rPr b="0" i="0" lang="en-US" sz="1968" u="none" cap="none" strike="noStrike">
                <a:solidFill>
                  <a:srgbClr val="000000"/>
                </a:solidFill>
                <a:latin typeface="Arial"/>
                <a:ea typeface="Arial"/>
                <a:cs typeface="Arial"/>
                <a:sym typeface="Arial"/>
              </a:rPr>
              <a:t>El retraso general del proyecto se originó principalmente por el tiempo adicional requerido en la fase de Análisis y Diseño, donde fue necesario ajustar modelos, Mockups, diagramas y requerimientos para asegurar una correcta alineación con las necesidades del cliente. Esta decisión permitió fortalecer la base técnica del sistema y garantizar una mejor calidad en las etapas posteriores de desarrollo e implementación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214" name="Shape 214"/>
        <p:cNvGrpSpPr/>
        <p:nvPr/>
      </p:nvGrpSpPr>
      <p:grpSpPr>
        <a:xfrm>
          <a:off x="0" y="0"/>
          <a:ext cx="0" cy="0"/>
          <a:chOff x="0" y="0"/>
          <a:chExt cx="0" cy="0"/>
        </a:xfrm>
      </p:grpSpPr>
      <p:grpSp>
        <p:nvGrpSpPr>
          <p:cNvPr id="215" name="Google Shape;215;p7"/>
          <p:cNvGrpSpPr/>
          <p:nvPr/>
        </p:nvGrpSpPr>
        <p:grpSpPr>
          <a:xfrm rot="10800000">
            <a:off x="379705" y="333297"/>
            <a:ext cx="17451709" cy="9728902"/>
            <a:chOff x="0" y="-144661"/>
            <a:chExt cx="23268945" cy="12971870"/>
          </a:xfrm>
        </p:grpSpPr>
        <p:grpSp>
          <p:nvGrpSpPr>
            <p:cNvPr id="216" name="Google Shape;216;p7"/>
            <p:cNvGrpSpPr/>
            <p:nvPr/>
          </p:nvGrpSpPr>
          <p:grpSpPr>
            <a:xfrm>
              <a:off x="0" y="-100447"/>
              <a:ext cx="23268945" cy="12927656"/>
              <a:chOff x="0" y="-28575"/>
              <a:chExt cx="6619526" cy="3677646"/>
            </a:xfrm>
          </p:grpSpPr>
          <p:sp>
            <p:nvSpPr>
              <p:cNvPr id="217" name="Google Shape;217;p7"/>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218" name="Google Shape;218;p7"/>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9" name="Google Shape;219;p7"/>
            <p:cNvGrpSpPr/>
            <p:nvPr/>
          </p:nvGrpSpPr>
          <p:grpSpPr>
            <a:xfrm>
              <a:off x="293149" y="192732"/>
              <a:ext cx="22662658" cy="12295445"/>
              <a:chOff x="0" y="-28575"/>
              <a:chExt cx="6447050" cy="3497796"/>
            </a:xfrm>
          </p:grpSpPr>
          <p:sp>
            <p:nvSpPr>
              <p:cNvPr id="220" name="Google Shape;220;p7"/>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221" name="Google Shape;221;p7"/>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p7"/>
            <p:cNvGrpSpPr/>
            <p:nvPr/>
          </p:nvGrpSpPr>
          <p:grpSpPr>
            <a:xfrm>
              <a:off x="675815" y="588912"/>
              <a:ext cx="21959466" cy="11535276"/>
              <a:chOff x="0" y="-28575"/>
              <a:chExt cx="6247007" cy="3281544"/>
            </a:xfrm>
          </p:grpSpPr>
          <p:sp>
            <p:nvSpPr>
              <p:cNvPr id="223" name="Google Shape;223;p7"/>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224" name="Google Shape;224;p7"/>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p7"/>
            <p:cNvGrpSpPr/>
            <p:nvPr/>
          </p:nvGrpSpPr>
          <p:grpSpPr>
            <a:xfrm>
              <a:off x="0" y="-144661"/>
              <a:ext cx="4114800" cy="12971870"/>
              <a:chOff x="0" y="-28575"/>
              <a:chExt cx="812800" cy="2562345"/>
            </a:xfrm>
          </p:grpSpPr>
          <p:sp>
            <p:nvSpPr>
              <p:cNvPr id="226" name="Google Shape;226;p7"/>
              <p:cNvSpPr/>
              <p:nvPr/>
            </p:nvSpPr>
            <p:spPr>
              <a:xfrm>
                <a:off x="0" y="0"/>
                <a:ext cx="812800" cy="2533770"/>
              </a:xfrm>
              <a:custGeom>
                <a:rect b="b" l="l" r="r" t="t"/>
                <a:pathLst>
                  <a:path extrusionOk="0" h="2533770" w="812800">
                    <a:moveTo>
                      <a:pt x="0" y="0"/>
                    </a:moveTo>
                    <a:lnTo>
                      <a:pt x="812800" y="0"/>
                    </a:lnTo>
                    <a:lnTo>
                      <a:pt x="812800" y="2533770"/>
                    </a:lnTo>
                    <a:lnTo>
                      <a:pt x="0" y="2533770"/>
                    </a:lnTo>
                    <a:close/>
                  </a:path>
                </a:pathLst>
              </a:custGeom>
              <a:solidFill>
                <a:srgbClr val="508484"/>
              </a:solidFill>
              <a:ln>
                <a:noFill/>
              </a:ln>
            </p:spPr>
          </p:sp>
          <p:sp>
            <p:nvSpPr>
              <p:cNvPr id="227" name="Google Shape;227;p7"/>
              <p:cNvSpPr txBox="1"/>
              <p:nvPr/>
            </p:nvSpPr>
            <p:spPr>
              <a:xfrm>
                <a:off x="0" y="-28575"/>
                <a:ext cx="812800" cy="2562345"/>
              </a:xfrm>
              <a:prstGeom prst="rect">
                <a:avLst/>
              </a:prstGeom>
              <a:noFill/>
              <a:ln>
                <a:noFill/>
              </a:ln>
            </p:spPr>
            <p:txBody>
              <a:bodyPr anchorCtr="0" anchor="ctr" bIns="50800" lIns="50800" spcFirstLastPara="1" rIns="50800" wrap="square" tIns="50800">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p7"/>
            <p:cNvGrpSpPr/>
            <p:nvPr/>
          </p:nvGrpSpPr>
          <p:grpSpPr>
            <a:xfrm>
              <a:off x="260545" y="173229"/>
              <a:ext cx="4114800" cy="12283729"/>
              <a:chOff x="0" y="-28575"/>
              <a:chExt cx="812800" cy="2426416"/>
            </a:xfrm>
          </p:grpSpPr>
          <p:sp>
            <p:nvSpPr>
              <p:cNvPr id="229" name="Google Shape;229;p7"/>
              <p:cNvSpPr/>
              <p:nvPr/>
            </p:nvSpPr>
            <p:spPr>
              <a:xfrm>
                <a:off x="0" y="0"/>
                <a:ext cx="812800" cy="2397841"/>
              </a:xfrm>
              <a:custGeom>
                <a:rect b="b" l="l" r="r" t="t"/>
                <a:pathLst>
                  <a:path extrusionOk="0" h="2397841" w="812800">
                    <a:moveTo>
                      <a:pt x="0" y="0"/>
                    </a:moveTo>
                    <a:lnTo>
                      <a:pt x="812800" y="0"/>
                    </a:lnTo>
                    <a:lnTo>
                      <a:pt x="812800" y="2397841"/>
                    </a:lnTo>
                    <a:lnTo>
                      <a:pt x="0" y="2397841"/>
                    </a:lnTo>
                    <a:close/>
                  </a:path>
                </a:pathLst>
              </a:custGeom>
              <a:solidFill>
                <a:srgbClr val="7CBBBB"/>
              </a:solidFill>
              <a:ln>
                <a:noFill/>
              </a:ln>
            </p:spPr>
          </p:sp>
          <p:sp>
            <p:nvSpPr>
              <p:cNvPr id="230" name="Google Shape;230;p7"/>
              <p:cNvSpPr txBox="1"/>
              <p:nvPr/>
            </p:nvSpPr>
            <p:spPr>
              <a:xfrm>
                <a:off x="0" y="-28575"/>
                <a:ext cx="812800" cy="2426416"/>
              </a:xfrm>
              <a:prstGeom prst="rect">
                <a:avLst/>
              </a:prstGeom>
              <a:noFill/>
              <a:ln>
                <a:noFill/>
              </a:ln>
            </p:spPr>
            <p:txBody>
              <a:bodyPr anchorCtr="0" anchor="ctr" bIns="50800" lIns="50800" spcFirstLastPara="1" rIns="50800" wrap="square" tIns="50800">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1" name="Google Shape;231;p7"/>
            <p:cNvGrpSpPr/>
            <p:nvPr/>
          </p:nvGrpSpPr>
          <p:grpSpPr>
            <a:xfrm>
              <a:off x="607108" y="544382"/>
              <a:ext cx="4172145" cy="11566917"/>
              <a:chOff x="0" y="-28575"/>
              <a:chExt cx="824127" cy="2284823"/>
            </a:xfrm>
          </p:grpSpPr>
          <p:sp>
            <p:nvSpPr>
              <p:cNvPr id="232" name="Google Shape;232;p7"/>
              <p:cNvSpPr/>
              <p:nvPr/>
            </p:nvSpPr>
            <p:spPr>
              <a:xfrm>
                <a:off x="0" y="0"/>
                <a:ext cx="824127" cy="2256248"/>
              </a:xfrm>
              <a:custGeom>
                <a:rect b="b" l="l" r="r" t="t"/>
                <a:pathLst>
                  <a:path extrusionOk="0" h="2256248" w="824127">
                    <a:moveTo>
                      <a:pt x="0" y="0"/>
                    </a:moveTo>
                    <a:lnTo>
                      <a:pt x="824127" y="0"/>
                    </a:lnTo>
                    <a:lnTo>
                      <a:pt x="824127" y="2256248"/>
                    </a:lnTo>
                    <a:lnTo>
                      <a:pt x="0" y="2256248"/>
                    </a:lnTo>
                    <a:close/>
                  </a:path>
                </a:pathLst>
              </a:custGeom>
              <a:solidFill>
                <a:srgbClr val="B5EFE3"/>
              </a:solidFill>
              <a:ln>
                <a:noFill/>
              </a:ln>
            </p:spPr>
          </p:sp>
          <p:sp>
            <p:nvSpPr>
              <p:cNvPr id="233" name="Google Shape;233;p7"/>
              <p:cNvSpPr txBox="1"/>
              <p:nvPr/>
            </p:nvSpPr>
            <p:spPr>
              <a:xfrm>
                <a:off x="0" y="-28575"/>
                <a:ext cx="824127" cy="2284823"/>
              </a:xfrm>
              <a:prstGeom prst="rect">
                <a:avLst/>
              </a:prstGeom>
              <a:noFill/>
              <a:ln>
                <a:noFill/>
              </a:ln>
            </p:spPr>
            <p:txBody>
              <a:bodyPr anchorCtr="0" anchor="ctr" bIns="50800" lIns="50800" spcFirstLastPara="1" rIns="50800" wrap="square" tIns="50800">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34" name="Google Shape;234;p7"/>
          <p:cNvSpPr/>
          <p:nvPr/>
        </p:nvSpPr>
        <p:spPr>
          <a:xfrm>
            <a:off x="4427165" y="3220222"/>
            <a:ext cx="9433671" cy="6038078"/>
          </a:xfrm>
          <a:custGeom>
            <a:rect b="b" l="l" r="r" t="t"/>
            <a:pathLst>
              <a:path extrusionOk="0" h="6038078" w="9433671">
                <a:moveTo>
                  <a:pt x="0" y="0"/>
                </a:moveTo>
                <a:lnTo>
                  <a:pt x="9433670" y="0"/>
                </a:lnTo>
                <a:lnTo>
                  <a:pt x="9433670" y="6038078"/>
                </a:lnTo>
                <a:lnTo>
                  <a:pt x="0" y="6038078"/>
                </a:lnTo>
                <a:lnTo>
                  <a:pt x="0" y="0"/>
                </a:lnTo>
                <a:close/>
              </a:path>
            </a:pathLst>
          </a:custGeom>
          <a:blipFill rotWithShape="1">
            <a:blip r:embed="rId3">
              <a:alphaModFix/>
            </a:blip>
            <a:stretch>
              <a:fillRect b="0" l="0" r="0" t="0"/>
            </a:stretch>
          </a:blipFill>
          <a:ln>
            <a:noFill/>
          </a:ln>
        </p:spPr>
      </p:sp>
      <p:sp>
        <p:nvSpPr>
          <p:cNvPr id="235" name="Google Shape;235;p7"/>
          <p:cNvSpPr txBox="1"/>
          <p:nvPr/>
        </p:nvSpPr>
        <p:spPr>
          <a:xfrm>
            <a:off x="4681937" y="1572715"/>
            <a:ext cx="8924126" cy="1584201"/>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None/>
            </a:pPr>
            <a:r>
              <a:rPr b="1" i="0" lang="en-US" sz="5400" u="none" cap="none" strike="noStrike">
                <a:solidFill>
                  <a:srgbClr val="27403B"/>
                </a:solidFill>
                <a:latin typeface="Raleway Black"/>
                <a:ea typeface="Raleway Black"/>
                <a:cs typeface="Raleway Black"/>
                <a:sym typeface="Raleway Black"/>
              </a:rPr>
              <a:t>LENGUAJE A UTILIZAR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239" name="Shape 239"/>
        <p:cNvGrpSpPr/>
        <p:nvPr/>
      </p:nvGrpSpPr>
      <p:grpSpPr>
        <a:xfrm>
          <a:off x="0" y="0"/>
          <a:ext cx="0" cy="0"/>
          <a:chOff x="0" y="0"/>
          <a:chExt cx="0" cy="0"/>
        </a:xfrm>
      </p:grpSpPr>
      <p:grpSp>
        <p:nvGrpSpPr>
          <p:cNvPr id="240" name="Google Shape;240;p8"/>
          <p:cNvGrpSpPr/>
          <p:nvPr/>
        </p:nvGrpSpPr>
        <p:grpSpPr>
          <a:xfrm>
            <a:off x="379705" y="257962"/>
            <a:ext cx="17451710" cy="9695742"/>
            <a:chOff x="0" y="-86827"/>
            <a:chExt cx="23268946" cy="12927656"/>
          </a:xfrm>
        </p:grpSpPr>
        <p:grpSp>
          <p:nvGrpSpPr>
            <p:cNvPr id="241" name="Google Shape;241;p8"/>
            <p:cNvGrpSpPr/>
            <p:nvPr/>
          </p:nvGrpSpPr>
          <p:grpSpPr>
            <a:xfrm>
              <a:off x="0" y="-86827"/>
              <a:ext cx="23268945" cy="12927656"/>
              <a:chOff x="0" y="-28575"/>
              <a:chExt cx="6619526" cy="3677646"/>
            </a:xfrm>
          </p:grpSpPr>
          <p:sp>
            <p:nvSpPr>
              <p:cNvPr id="242" name="Google Shape;242;p8"/>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243" name="Google Shape;243;p8"/>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4" name="Google Shape;244;p8"/>
            <p:cNvGrpSpPr/>
            <p:nvPr/>
          </p:nvGrpSpPr>
          <p:grpSpPr>
            <a:xfrm>
              <a:off x="293149" y="206352"/>
              <a:ext cx="22662658" cy="12295445"/>
              <a:chOff x="0" y="-28575"/>
              <a:chExt cx="6447050" cy="3497796"/>
            </a:xfrm>
          </p:grpSpPr>
          <p:sp>
            <p:nvSpPr>
              <p:cNvPr id="245" name="Google Shape;245;p8"/>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246" name="Google Shape;246;p8"/>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7" name="Google Shape;247;p8"/>
            <p:cNvGrpSpPr/>
            <p:nvPr/>
          </p:nvGrpSpPr>
          <p:grpSpPr>
            <a:xfrm>
              <a:off x="675815" y="602532"/>
              <a:ext cx="21959466" cy="11535276"/>
              <a:chOff x="0" y="-28575"/>
              <a:chExt cx="6247007" cy="3281544"/>
            </a:xfrm>
          </p:grpSpPr>
          <p:sp>
            <p:nvSpPr>
              <p:cNvPr id="248" name="Google Shape;248;p8"/>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249" name="Google Shape;249;p8"/>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0" name="Google Shape;250;p8"/>
            <p:cNvSpPr/>
            <p:nvPr/>
          </p:nvSpPr>
          <p:spPr>
            <a:xfrm>
              <a:off x="0" y="13620"/>
              <a:ext cx="4439970" cy="4439970"/>
            </a:xfrm>
            <a:custGeom>
              <a:rect b="b" l="l" r="r" t="t"/>
              <a:pathLst>
                <a:path extrusionOk="0" h="4439970" w="4439970">
                  <a:moveTo>
                    <a:pt x="0" y="0"/>
                  </a:moveTo>
                  <a:lnTo>
                    <a:pt x="4439970" y="0"/>
                  </a:lnTo>
                  <a:lnTo>
                    <a:pt x="4439970" y="4439969"/>
                  </a:lnTo>
                  <a:lnTo>
                    <a:pt x="0" y="4439969"/>
                  </a:lnTo>
                  <a:lnTo>
                    <a:pt x="0" y="0"/>
                  </a:lnTo>
                  <a:close/>
                </a:path>
              </a:pathLst>
            </a:custGeom>
            <a:blipFill rotWithShape="1">
              <a:blip r:embed="rId3">
                <a:alphaModFix/>
              </a:blip>
              <a:stretch>
                <a:fillRect b="0" l="0" r="0" t="0"/>
              </a:stretch>
            </a:blipFill>
            <a:ln>
              <a:noFill/>
            </a:ln>
          </p:spPr>
        </p:sp>
        <p:sp>
          <p:nvSpPr>
            <p:cNvPr id="251" name="Google Shape;251;p8"/>
            <p:cNvSpPr/>
            <p:nvPr/>
          </p:nvSpPr>
          <p:spPr>
            <a:xfrm rot="5400000">
              <a:off x="18828976" y="0"/>
              <a:ext cx="4439970" cy="4439970"/>
            </a:xfrm>
            <a:custGeom>
              <a:rect b="b" l="l" r="r" t="t"/>
              <a:pathLst>
                <a:path extrusionOk="0" h="4439970" w="4439970">
                  <a:moveTo>
                    <a:pt x="0" y="0"/>
                  </a:moveTo>
                  <a:lnTo>
                    <a:pt x="4439969" y="0"/>
                  </a:lnTo>
                  <a:lnTo>
                    <a:pt x="4439969" y="4439970"/>
                  </a:lnTo>
                  <a:lnTo>
                    <a:pt x="0" y="4439970"/>
                  </a:lnTo>
                  <a:lnTo>
                    <a:pt x="0" y="0"/>
                  </a:lnTo>
                  <a:close/>
                </a:path>
              </a:pathLst>
            </a:custGeom>
            <a:blipFill rotWithShape="1">
              <a:blip r:embed="rId3">
                <a:alphaModFix/>
              </a:blip>
              <a:stretch>
                <a:fillRect b="0" l="0" r="0" t="0"/>
              </a:stretch>
            </a:blipFill>
            <a:ln>
              <a:noFill/>
            </a:ln>
          </p:spPr>
        </p:sp>
      </p:grpSp>
      <p:sp>
        <p:nvSpPr>
          <p:cNvPr id="252" name="Google Shape;252;p8"/>
          <p:cNvSpPr txBox="1"/>
          <p:nvPr/>
        </p:nvSpPr>
        <p:spPr>
          <a:xfrm>
            <a:off x="3156772" y="4267480"/>
            <a:ext cx="11974456" cy="2014886"/>
          </a:xfrm>
          <a:prstGeom prst="rect">
            <a:avLst/>
          </a:prstGeom>
          <a:noFill/>
          <a:ln>
            <a:noFill/>
          </a:ln>
        </p:spPr>
        <p:txBody>
          <a:bodyPr anchorCtr="0" anchor="t" bIns="0" lIns="0" spcFirstLastPara="1" rIns="0" wrap="square" tIns="0">
            <a:spAutoFit/>
          </a:bodyPr>
          <a:lstStyle/>
          <a:p>
            <a:pPr indent="0" lvl="0" marL="0" marR="0" rtl="0" algn="ctr">
              <a:lnSpc>
                <a:spcPct val="114019"/>
              </a:lnSpc>
              <a:spcBef>
                <a:spcPts val="0"/>
              </a:spcBef>
              <a:spcAft>
                <a:spcPts val="0"/>
              </a:spcAft>
              <a:buNone/>
            </a:pPr>
            <a:r>
              <a:rPr b="1" i="0" lang="en-US" sz="6919" u="none" cap="none" strike="noStrike">
                <a:solidFill>
                  <a:srgbClr val="27403B"/>
                </a:solidFill>
                <a:latin typeface="Raleway"/>
                <a:ea typeface="Raleway"/>
                <a:cs typeface="Raleway"/>
                <a:sym typeface="Raleway"/>
              </a:rPr>
              <a:t>EVIDENCIAS DEL PROYECTO</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256" name="Shape 256"/>
        <p:cNvGrpSpPr/>
        <p:nvPr/>
      </p:nvGrpSpPr>
      <p:grpSpPr>
        <a:xfrm>
          <a:off x="0" y="0"/>
          <a:ext cx="0" cy="0"/>
          <a:chOff x="0" y="0"/>
          <a:chExt cx="0" cy="0"/>
        </a:xfrm>
      </p:grpSpPr>
      <p:grpSp>
        <p:nvGrpSpPr>
          <p:cNvPr id="257" name="Google Shape;257;p9"/>
          <p:cNvGrpSpPr/>
          <p:nvPr/>
        </p:nvGrpSpPr>
        <p:grpSpPr>
          <a:xfrm>
            <a:off x="398755" y="257962"/>
            <a:ext cx="17451709" cy="9695741"/>
            <a:chOff x="0" y="-100447"/>
            <a:chExt cx="23268945" cy="12927656"/>
          </a:xfrm>
        </p:grpSpPr>
        <p:grpSp>
          <p:nvGrpSpPr>
            <p:cNvPr id="258" name="Google Shape;258;p9"/>
            <p:cNvGrpSpPr/>
            <p:nvPr/>
          </p:nvGrpSpPr>
          <p:grpSpPr>
            <a:xfrm>
              <a:off x="0" y="-100447"/>
              <a:ext cx="23268945" cy="12927656"/>
              <a:chOff x="0" y="-28575"/>
              <a:chExt cx="6619526" cy="3677646"/>
            </a:xfrm>
          </p:grpSpPr>
          <p:sp>
            <p:nvSpPr>
              <p:cNvPr id="259" name="Google Shape;259;p9"/>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260" name="Google Shape;260;p9"/>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1" name="Google Shape;261;p9"/>
            <p:cNvGrpSpPr/>
            <p:nvPr/>
          </p:nvGrpSpPr>
          <p:grpSpPr>
            <a:xfrm>
              <a:off x="293149" y="192732"/>
              <a:ext cx="22662658" cy="12295445"/>
              <a:chOff x="0" y="-28575"/>
              <a:chExt cx="6447050" cy="3497796"/>
            </a:xfrm>
          </p:grpSpPr>
          <p:sp>
            <p:nvSpPr>
              <p:cNvPr id="262" name="Google Shape;262;p9"/>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263" name="Google Shape;263;p9"/>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4" name="Google Shape;264;p9"/>
            <p:cNvGrpSpPr/>
            <p:nvPr/>
          </p:nvGrpSpPr>
          <p:grpSpPr>
            <a:xfrm>
              <a:off x="675815" y="588912"/>
              <a:ext cx="21959466" cy="11535276"/>
              <a:chOff x="0" y="-28575"/>
              <a:chExt cx="6247007" cy="3281544"/>
            </a:xfrm>
          </p:grpSpPr>
          <p:sp>
            <p:nvSpPr>
              <p:cNvPr id="265" name="Google Shape;265;p9"/>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266" name="Google Shape;266;p9"/>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7" name="Google Shape;267;p9"/>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268" name="Google Shape;268;p9"/>
          <p:cNvSpPr/>
          <p:nvPr/>
        </p:nvSpPr>
        <p:spPr>
          <a:xfrm>
            <a:off x="3241884" y="1815278"/>
            <a:ext cx="11765450" cy="3328222"/>
          </a:xfrm>
          <a:custGeom>
            <a:rect b="b" l="l" r="r" t="t"/>
            <a:pathLst>
              <a:path extrusionOk="0" h="3328222" w="11765450">
                <a:moveTo>
                  <a:pt x="0" y="0"/>
                </a:moveTo>
                <a:lnTo>
                  <a:pt x="11765450" y="0"/>
                </a:lnTo>
                <a:lnTo>
                  <a:pt x="11765450" y="3328222"/>
                </a:lnTo>
                <a:lnTo>
                  <a:pt x="0" y="3328222"/>
                </a:lnTo>
                <a:lnTo>
                  <a:pt x="0" y="0"/>
                </a:lnTo>
                <a:close/>
              </a:path>
            </a:pathLst>
          </a:custGeom>
          <a:blipFill rotWithShape="1">
            <a:blip r:embed="rId4">
              <a:alphaModFix/>
            </a:blip>
            <a:stretch>
              <a:fillRect b="0" l="0" r="0" t="0"/>
            </a:stretch>
          </a:blipFill>
          <a:ln>
            <a:noFill/>
          </a:ln>
        </p:spPr>
      </p:sp>
      <p:sp>
        <p:nvSpPr>
          <p:cNvPr id="269" name="Google Shape;269;p9"/>
          <p:cNvSpPr/>
          <p:nvPr/>
        </p:nvSpPr>
        <p:spPr>
          <a:xfrm>
            <a:off x="3269515" y="5567861"/>
            <a:ext cx="11748969" cy="2949584"/>
          </a:xfrm>
          <a:custGeom>
            <a:rect b="b" l="l" r="r" t="t"/>
            <a:pathLst>
              <a:path extrusionOk="0" h="2949584" w="11748969">
                <a:moveTo>
                  <a:pt x="0" y="0"/>
                </a:moveTo>
                <a:lnTo>
                  <a:pt x="11748970" y="0"/>
                </a:lnTo>
                <a:lnTo>
                  <a:pt x="11748970" y="2949584"/>
                </a:lnTo>
                <a:lnTo>
                  <a:pt x="0" y="2949584"/>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273" name="Shape 273"/>
        <p:cNvGrpSpPr/>
        <p:nvPr/>
      </p:nvGrpSpPr>
      <p:grpSpPr>
        <a:xfrm>
          <a:off x="0" y="0"/>
          <a:ext cx="0" cy="0"/>
          <a:chOff x="0" y="0"/>
          <a:chExt cx="0" cy="0"/>
        </a:xfrm>
      </p:grpSpPr>
      <p:grpSp>
        <p:nvGrpSpPr>
          <p:cNvPr id="274" name="Google Shape;274;p10"/>
          <p:cNvGrpSpPr/>
          <p:nvPr/>
        </p:nvGrpSpPr>
        <p:grpSpPr>
          <a:xfrm>
            <a:off x="379705" y="257962"/>
            <a:ext cx="17451709" cy="9695741"/>
            <a:chOff x="0" y="-100447"/>
            <a:chExt cx="23268945" cy="12927656"/>
          </a:xfrm>
        </p:grpSpPr>
        <p:grpSp>
          <p:nvGrpSpPr>
            <p:cNvPr id="275" name="Google Shape;275;p10"/>
            <p:cNvGrpSpPr/>
            <p:nvPr/>
          </p:nvGrpSpPr>
          <p:grpSpPr>
            <a:xfrm>
              <a:off x="0" y="-100447"/>
              <a:ext cx="23268945" cy="12927656"/>
              <a:chOff x="0" y="-28575"/>
              <a:chExt cx="6619526" cy="3677646"/>
            </a:xfrm>
          </p:grpSpPr>
          <p:sp>
            <p:nvSpPr>
              <p:cNvPr id="276" name="Google Shape;276;p10"/>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277" name="Google Shape;277;p10"/>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8" name="Google Shape;278;p10"/>
            <p:cNvGrpSpPr/>
            <p:nvPr/>
          </p:nvGrpSpPr>
          <p:grpSpPr>
            <a:xfrm>
              <a:off x="293149" y="192732"/>
              <a:ext cx="22662658" cy="12295445"/>
              <a:chOff x="0" y="-28575"/>
              <a:chExt cx="6447050" cy="3497796"/>
            </a:xfrm>
          </p:grpSpPr>
          <p:sp>
            <p:nvSpPr>
              <p:cNvPr id="279" name="Google Shape;279;p10"/>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280" name="Google Shape;280;p10"/>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1" name="Google Shape;281;p10"/>
            <p:cNvGrpSpPr/>
            <p:nvPr/>
          </p:nvGrpSpPr>
          <p:grpSpPr>
            <a:xfrm>
              <a:off x="675815" y="588912"/>
              <a:ext cx="21959466" cy="11535276"/>
              <a:chOff x="0" y="-28575"/>
              <a:chExt cx="6247007" cy="3281544"/>
            </a:xfrm>
          </p:grpSpPr>
          <p:sp>
            <p:nvSpPr>
              <p:cNvPr id="282" name="Google Shape;282;p10"/>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283" name="Google Shape;283;p10"/>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84" name="Google Shape;284;p10"/>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285" name="Google Shape;285;p10"/>
          <p:cNvSpPr/>
          <p:nvPr/>
        </p:nvSpPr>
        <p:spPr>
          <a:xfrm>
            <a:off x="3177339" y="1906813"/>
            <a:ext cx="11933322" cy="2770027"/>
          </a:xfrm>
          <a:custGeom>
            <a:rect b="b" l="l" r="r" t="t"/>
            <a:pathLst>
              <a:path extrusionOk="0" h="2770027" w="11933322">
                <a:moveTo>
                  <a:pt x="0" y="0"/>
                </a:moveTo>
                <a:lnTo>
                  <a:pt x="11933322" y="0"/>
                </a:lnTo>
                <a:lnTo>
                  <a:pt x="11933322" y="2770026"/>
                </a:lnTo>
                <a:lnTo>
                  <a:pt x="0" y="2770026"/>
                </a:lnTo>
                <a:lnTo>
                  <a:pt x="0" y="0"/>
                </a:lnTo>
                <a:close/>
              </a:path>
            </a:pathLst>
          </a:custGeom>
          <a:blipFill rotWithShape="1">
            <a:blip r:embed="rId4">
              <a:alphaModFix/>
            </a:blip>
            <a:stretch>
              <a:fillRect b="0" l="0" r="0" t="0"/>
            </a:stretch>
          </a:blipFill>
          <a:ln>
            <a:noFill/>
          </a:ln>
        </p:spPr>
      </p:sp>
      <p:sp>
        <p:nvSpPr>
          <p:cNvPr id="286" name="Google Shape;286;p10"/>
          <p:cNvSpPr/>
          <p:nvPr/>
        </p:nvSpPr>
        <p:spPr>
          <a:xfrm>
            <a:off x="3177339" y="5374911"/>
            <a:ext cx="12015048" cy="3240526"/>
          </a:xfrm>
          <a:custGeom>
            <a:rect b="b" l="l" r="r" t="t"/>
            <a:pathLst>
              <a:path extrusionOk="0" h="3240526" w="12015048">
                <a:moveTo>
                  <a:pt x="0" y="0"/>
                </a:moveTo>
                <a:lnTo>
                  <a:pt x="12015048" y="0"/>
                </a:lnTo>
                <a:lnTo>
                  <a:pt x="12015048" y="3240526"/>
                </a:lnTo>
                <a:lnTo>
                  <a:pt x="0" y="324052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290" name="Shape 290"/>
        <p:cNvGrpSpPr/>
        <p:nvPr/>
      </p:nvGrpSpPr>
      <p:grpSpPr>
        <a:xfrm>
          <a:off x="0" y="0"/>
          <a:ext cx="0" cy="0"/>
          <a:chOff x="0" y="0"/>
          <a:chExt cx="0" cy="0"/>
        </a:xfrm>
      </p:grpSpPr>
      <p:grpSp>
        <p:nvGrpSpPr>
          <p:cNvPr id="291" name="Google Shape;291;p11"/>
          <p:cNvGrpSpPr/>
          <p:nvPr/>
        </p:nvGrpSpPr>
        <p:grpSpPr>
          <a:xfrm>
            <a:off x="379705" y="257962"/>
            <a:ext cx="17451709" cy="9695741"/>
            <a:chOff x="0" y="-100447"/>
            <a:chExt cx="23268945" cy="12927656"/>
          </a:xfrm>
        </p:grpSpPr>
        <p:grpSp>
          <p:nvGrpSpPr>
            <p:cNvPr id="292" name="Google Shape;292;p11"/>
            <p:cNvGrpSpPr/>
            <p:nvPr/>
          </p:nvGrpSpPr>
          <p:grpSpPr>
            <a:xfrm>
              <a:off x="0" y="-100447"/>
              <a:ext cx="23268945" cy="12927656"/>
              <a:chOff x="0" y="-28575"/>
              <a:chExt cx="6619526" cy="3677646"/>
            </a:xfrm>
          </p:grpSpPr>
          <p:sp>
            <p:nvSpPr>
              <p:cNvPr id="293" name="Google Shape;293;p11"/>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294" name="Google Shape;294;p11"/>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5" name="Google Shape;295;p11"/>
            <p:cNvGrpSpPr/>
            <p:nvPr/>
          </p:nvGrpSpPr>
          <p:grpSpPr>
            <a:xfrm>
              <a:off x="293149" y="192732"/>
              <a:ext cx="22662658" cy="12295445"/>
              <a:chOff x="0" y="-28575"/>
              <a:chExt cx="6447050" cy="3497796"/>
            </a:xfrm>
          </p:grpSpPr>
          <p:sp>
            <p:nvSpPr>
              <p:cNvPr id="296" name="Google Shape;296;p11"/>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297" name="Google Shape;297;p11"/>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8" name="Google Shape;298;p11"/>
            <p:cNvGrpSpPr/>
            <p:nvPr/>
          </p:nvGrpSpPr>
          <p:grpSpPr>
            <a:xfrm>
              <a:off x="675815" y="588912"/>
              <a:ext cx="21959466" cy="11535276"/>
              <a:chOff x="0" y="-28575"/>
              <a:chExt cx="6247007" cy="3281544"/>
            </a:xfrm>
          </p:grpSpPr>
          <p:sp>
            <p:nvSpPr>
              <p:cNvPr id="299" name="Google Shape;299;p11"/>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300" name="Google Shape;300;p11"/>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1" name="Google Shape;301;p11"/>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302" name="Google Shape;302;p11"/>
          <p:cNvSpPr/>
          <p:nvPr/>
        </p:nvSpPr>
        <p:spPr>
          <a:xfrm>
            <a:off x="3546001" y="1184168"/>
            <a:ext cx="11195997" cy="3459519"/>
          </a:xfrm>
          <a:custGeom>
            <a:rect b="b" l="l" r="r" t="t"/>
            <a:pathLst>
              <a:path extrusionOk="0" h="3459519" w="11195997">
                <a:moveTo>
                  <a:pt x="0" y="0"/>
                </a:moveTo>
                <a:lnTo>
                  <a:pt x="11195998" y="0"/>
                </a:lnTo>
                <a:lnTo>
                  <a:pt x="11195998" y="3459519"/>
                </a:lnTo>
                <a:lnTo>
                  <a:pt x="0" y="3459519"/>
                </a:lnTo>
                <a:lnTo>
                  <a:pt x="0" y="0"/>
                </a:lnTo>
                <a:close/>
              </a:path>
            </a:pathLst>
          </a:custGeom>
          <a:blipFill rotWithShape="1">
            <a:blip r:embed="rId4">
              <a:alphaModFix/>
            </a:blip>
            <a:stretch>
              <a:fillRect b="0" l="0" r="0" t="0"/>
            </a:stretch>
          </a:blipFill>
          <a:ln>
            <a:noFill/>
          </a:ln>
        </p:spPr>
      </p:sp>
      <p:sp>
        <p:nvSpPr>
          <p:cNvPr id="303" name="Google Shape;303;p11"/>
          <p:cNvSpPr/>
          <p:nvPr/>
        </p:nvSpPr>
        <p:spPr>
          <a:xfrm>
            <a:off x="3555526" y="4799155"/>
            <a:ext cx="11593776" cy="4459145"/>
          </a:xfrm>
          <a:custGeom>
            <a:rect b="b" l="l" r="r" t="t"/>
            <a:pathLst>
              <a:path extrusionOk="0" h="4459145" w="11593776">
                <a:moveTo>
                  <a:pt x="0" y="0"/>
                </a:moveTo>
                <a:lnTo>
                  <a:pt x="11593777" y="0"/>
                </a:lnTo>
                <a:lnTo>
                  <a:pt x="11593777" y="4459145"/>
                </a:lnTo>
                <a:lnTo>
                  <a:pt x="0" y="4459145"/>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307" name="Shape 307"/>
        <p:cNvGrpSpPr/>
        <p:nvPr/>
      </p:nvGrpSpPr>
      <p:grpSpPr>
        <a:xfrm>
          <a:off x="0" y="0"/>
          <a:ext cx="0" cy="0"/>
          <a:chOff x="0" y="0"/>
          <a:chExt cx="0" cy="0"/>
        </a:xfrm>
      </p:grpSpPr>
      <p:grpSp>
        <p:nvGrpSpPr>
          <p:cNvPr id="308" name="Google Shape;308;p12"/>
          <p:cNvGrpSpPr/>
          <p:nvPr/>
        </p:nvGrpSpPr>
        <p:grpSpPr>
          <a:xfrm>
            <a:off x="379705" y="257962"/>
            <a:ext cx="17451709" cy="9695741"/>
            <a:chOff x="0" y="-100447"/>
            <a:chExt cx="23268945" cy="12927656"/>
          </a:xfrm>
        </p:grpSpPr>
        <p:grpSp>
          <p:nvGrpSpPr>
            <p:cNvPr id="309" name="Google Shape;309;p12"/>
            <p:cNvGrpSpPr/>
            <p:nvPr/>
          </p:nvGrpSpPr>
          <p:grpSpPr>
            <a:xfrm>
              <a:off x="0" y="-100447"/>
              <a:ext cx="23268945" cy="12927656"/>
              <a:chOff x="0" y="-28575"/>
              <a:chExt cx="6619526" cy="3677646"/>
            </a:xfrm>
          </p:grpSpPr>
          <p:sp>
            <p:nvSpPr>
              <p:cNvPr id="310" name="Google Shape;310;p12"/>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311" name="Google Shape;311;p12"/>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2" name="Google Shape;312;p12"/>
            <p:cNvGrpSpPr/>
            <p:nvPr/>
          </p:nvGrpSpPr>
          <p:grpSpPr>
            <a:xfrm>
              <a:off x="293149" y="192732"/>
              <a:ext cx="22662658" cy="12295445"/>
              <a:chOff x="0" y="-28575"/>
              <a:chExt cx="6447050" cy="3497796"/>
            </a:xfrm>
          </p:grpSpPr>
          <p:sp>
            <p:nvSpPr>
              <p:cNvPr id="313" name="Google Shape;313;p12"/>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314" name="Google Shape;314;p12"/>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p12"/>
            <p:cNvGrpSpPr/>
            <p:nvPr/>
          </p:nvGrpSpPr>
          <p:grpSpPr>
            <a:xfrm>
              <a:off x="675815" y="588912"/>
              <a:ext cx="21959466" cy="11535276"/>
              <a:chOff x="0" y="-28575"/>
              <a:chExt cx="6247007" cy="3281544"/>
            </a:xfrm>
          </p:grpSpPr>
          <p:sp>
            <p:nvSpPr>
              <p:cNvPr id="316" name="Google Shape;316;p12"/>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317" name="Google Shape;317;p12"/>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8" name="Google Shape;318;p12"/>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319" name="Google Shape;319;p12"/>
          <p:cNvSpPr/>
          <p:nvPr/>
        </p:nvSpPr>
        <p:spPr>
          <a:xfrm>
            <a:off x="5838702" y="4148430"/>
            <a:ext cx="6533714" cy="5109870"/>
          </a:xfrm>
          <a:custGeom>
            <a:rect b="b" l="l" r="r" t="t"/>
            <a:pathLst>
              <a:path extrusionOk="0" h="5109870" w="6533714">
                <a:moveTo>
                  <a:pt x="0" y="0"/>
                </a:moveTo>
                <a:lnTo>
                  <a:pt x="6533714" y="0"/>
                </a:lnTo>
                <a:lnTo>
                  <a:pt x="6533714" y="5109870"/>
                </a:lnTo>
                <a:lnTo>
                  <a:pt x="0" y="5109870"/>
                </a:lnTo>
                <a:lnTo>
                  <a:pt x="0" y="0"/>
                </a:lnTo>
                <a:close/>
              </a:path>
            </a:pathLst>
          </a:custGeom>
          <a:blipFill rotWithShape="1">
            <a:blip r:embed="rId4">
              <a:alphaModFix/>
            </a:blip>
            <a:stretch>
              <a:fillRect b="0" l="0" r="0" t="0"/>
            </a:stretch>
          </a:blipFill>
          <a:ln>
            <a:noFill/>
          </a:ln>
        </p:spPr>
      </p:sp>
      <p:sp>
        <p:nvSpPr>
          <p:cNvPr id="320" name="Google Shape;320;p12"/>
          <p:cNvSpPr/>
          <p:nvPr/>
        </p:nvSpPr>
        <p:spPr>
          <a:xfrm>
            <a:off x="4540729" y="1230123"/>
            <a:ext cx="9019009" cy="2593359"/>
          </a:xfrm>
          <a:custGeom>
            <a:rect b="b" l="l" r="r" t="t"/>
            <a:pathLst>
              <a:path extrusionOk="0" h="2593359" w="9019009">
                <a:moveTo>
                  <a:pt x="0" y="0"/>
                </a:moveTo>
                <a:lnTo>
                  <a:pt x="9019009" y="0"/>
                </a:lnTo>
                <a:lnTo>
                  <a:pt x="9019009" y="2593359"/>
                </a:lnTo>
                <a:lnTo>
                  <a:pt x="0" y="2593359"/>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324" name="Shape 324"/>
        <p:cNvGrpSpPr/>
        <p:nvPr/>
      </p:nvGrpSpPr>
      <p:grpSpPr>
        <a:xfrm>
          <a:off x="0" y="0"/>
          <a:ext cx="0" cy="0"/>
          <a:chOff x="0" y="0"/>
          <a:chExt cx="0" cy="0"/>
        </a:xfrm>
      </p:grpSpPr>
      <p:grpSp>
        <p:nvGrpSpPr>
          <p:cNvPr id="325" name="Google Shape;325;p13"/>
          <p:cNvGrpSpPr/>
          <p:nvPr/>
        </p:nvGrpSpPr>
        <p:grpSpPr>
          <a:xfrm>
            <a:off x="379705" y="257962"/>
            <a:ext cx="17451709" cy="9695741"/>
            <a:chOff x="0" y="-100447"/>
            <a:chExt cx="23268945" cy="12927656"/>
          </a:xfrm>
        </p:grpSpPr>
        <p:grpSp>
          <p:nvGrpSpPr>
            <p:cNvPr id="326" name="Google Shape;326;p13"/>
            <p:cNvGrpSpPr/>
            <p:nvPr/>
          </p:nvGrpSpPr>
          <p:grpSpPr>
            <a:xfrm>
              <a:off x="0" y="-100447"/>
              <a:ext cx="23268945" cy="12927656"/>
              <a:chOff x="0" y="-28575"/>
              <a:chExt cx="6619526" cy="3677646"/>
            </a:xfrm>
          </p:grpSpPr>
          <p:sp>
            <p:nvSpPr>
              <p:cNvPr id="327" name="Google Shape;327;p13"/>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328" name="Google Shape;328;p13"/>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9" name="Google Shape;329;p13"/>
            <p:cNvGrpSpPr/>
            <p:nvPr/>
          </p:nvGrpSpPr>
          <p:grpSpPr>
            <a:xfrm>
              <a:off x="293149" y="192732"/>
              <a:ext cx="22662658" cy="12295445"/>
              <a:chOff x="0" y="-28575"/>
              <a:chExt cx="6447050" cy="3497796"/>
            </a:xfrm>
          </p:grpSpPr>
          <p:sp>
            <p:nvSpPr>
              <p:cNvPr id="330" name="Google Shape;330;p13"/>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331" name="Google Shape;331;p13"/>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2" name="Google Shape;332;p13"/>
            <p:cNvGrpSpPr/>
            <p:nvPr/>
          </p:nvGrpSpPr>
          <p:grpSpPr>
            <a:xfrm>
              <a:off x="675815" y="588912"/>
              <a:ext cx="21959466" cy="11535276"/>
              <a:chOff x="0" y="-28575"/>
              <a:chExt cx="6247007" cy="3281544"/>
            </a:xfrm>
          </p:grpSpPr>
          <p:sp>
            <p:nvSpPr>
              <p:cNvPr id="333" name="Google Shape;333;p13"/>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334" name="Google Shape;334;p13"/>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5" name="Google Shape;335;p13"/>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336" name="Google Shape;336;p13"/>
          <p:cNvSpPr/>
          <p:nvPr/>
        </p:nvSpPr>
        <p:spPr>
          <a:xfrm>
            <a:off x="2663023" y="1700348"/>
            <a:ext cx="12961954" cy="6886305"/>
          </a:xfrm>
          <a:custGeom>
            <a:rect b="b" l="l" r="r" t="t"/>
            <a:pathLst>
              <a:path extrusionOk="0" h="6886305" w="12961954">
                <a:moveTo>
                  <a:pt x="0" y="0"/>
                </a:moveTo>
                <a:lnTo>
                  <a:pt x="12961954" y="0"/>
                </a:lnTo>
                <a:lnTo>
                  <a:pt x="12961954" y="6886304"/>
                </a:lnTo>
                <a:lnTo>
                  <a:pt x="0" y="6886304"/>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340" name="Shape 340"/>
        <p:cNvGrpSpPr/>
        <p:nvPr/>
      </p:nvGrpSpPr>
      <p:grpSpPr>
        <a:xfrm>
          <a:off x="0" y="0"/>
          <a:ext cx="0" cy="0"/>
          <a:chOff x="0" y="0"/>
          <a:chExt cx="0" cy="0"/>
        </a:xfrm>
      </p:grpSpPr>
      <p:grpSp>
        <p:nvGrpSpPr>
          <p:cNvPr id="341" name="Google Shape;341;p14"/>
          <p:cNvGrpSpPr/>
          <p:nvPr/>
        </p:nvGrpSpPr>
        <p:grpSpPr>
          <a:xfrm>
            <a:off x="379705" y="257962"/>
            <a:ext cx="17451709" cy="9695741"/>
            <a:chOff x="0" y="-100447"/>
            <a:chExt cx="23268945" cy="12927656"/>
          </a:xfrm>
        </p:grpSpPr>
        <p:grpSp>
          <p:nvGrpSpPr>
            <p:cNvPr id="342" name="Google Shape;342;p14"/>
            <p:cNvGrpSpPr/>
            <p:nvPr/>
          </p:nvGrpSpPr>
          <p:grpSpPr>
            <a:xfrm>
              <a:off x="0" y="-100447"/>
              <a:ext cx="23268945" cy="12927656"/>
              <a:chOff x="0" y="-28575"/>
              <a:chExt cx="6619526" cy="3677646"/>
            </a:xfrm>
          </p:grpSpPr>
          <p:sp>
            <p:nvSpPr>
              <p:cNvPr id="343" name="Google Shape;343;p14"/>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344" name="Google Shape;344;p14"/>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5" name="Google Shape;345;p14"/>
            <p:cNvGrpSpPr/>
            <p:nvPr/>
          </p:nvGrpSpPr>
          <p:grpSpPr>
            <a:xfrm>
              <a:off x="293149" y="192732"/>
              <a:ext cx="22662658" cy="12295445"/>
              <a:chOff x="0" y="-28575"/>
              <a:chExt cx="6447050" cy="3497796"/>
            </a:xfrm>
          </p:grpSpPr>
          <p:sp>
            <p:nvSpPr>
              <p:cNvPr id="346" name="Google Shape;346;p14"/>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347" name="Google Shape;347;p14"/>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8" name="Google Shape;348;p14"/>
            <p:cNvGrpSpPr/>
            <p:nvPr/>
          </p:nvGrpSpPr>
          <p:grpSpPr>
            <a:xfrm>
              <a:off x="675815" y="588912"/>
              <a:ext cx="21959466" cy="11535276"/>
              <a:chOff x="0" y="-28575"/>
              <a:chExt cx="6247007" cy="3281544"/>
            </a:xfrm>
          </p:grpSpPr>
          <p:sp>
            <p:nvSpPr>
              <p:cNvPr id="349" name="Google Shape;349;p14"/>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350" name="Google Shape;350;p14"/>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1" name="Google Shape;351;p14"/>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352" name="Google Shape;352;p14"/>
          <p:cNvSpPr/>
          <p:nvPr/>
        </p:nvSpPr>
        <p:spPr>
          <a:xfrm>
            <a:off x="3877743" y="1852090"/>
            <a:ext cx="10532513" cy="6582821"/>
          </a:xfrm>
          <a:custGeom>
            <a:rect b="b" l="l" r="r" t="t"/>
            <a:pathLst>
              <a:path extrusionOk="0" h="6582821" w="10532513">
                <a:moveTo>
                  <a:pt x="0" y="0"/>
                </a:moveTo>
                <a:lnTo>
                  <a:pt x="10532514" y="0"/>
                </a:lnTo>
                <a:lnTo>
                  <a:pt x="10532514" y="6582820"/>
                </a:lnTo>
                <a:lnTo>
                  <a:pt x="0" y="658282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356" name="Shape 356"/>
        <p:cNvGrpSpPr/>
        <p:nvPr/>
      </p:nvGrpSpPr>
      <p:grpSpPr>
        <a:xfrm>
          <a:off x="0" y="0"/>
          <a:ext cx="0" cy="0"/>
          <a:chOff x="0" y="0"/>
          <a:chExt cx="0" cy="0"/>
        </a:xfrm>
      </p:grpSpPr>
      <p:grpSp>
        <p:nvGrpSpPr>
          <p:cNvPr id="357" name="Google Shape;357;p15"/>
          <p:cNvGrpSpPr/>
          <p:nvPr/>
        </p:nvGrpSpPr>
        <p:grpSpPr>
          <a:xfrm>
            <a:off x="379705" y="257962"/>
            <a:ext cx="17451709" cy="9695741"/>
            <a:chOff x="0" y="-100447"/>
            <a:chExt cx="23268945" cy="12927656"/>
          </a:xfrm>
        </p:grpSpPr>
        <p:grpSp>
          <p:nvGrpSpPr>
            <p:cNvPr id="358" name="Google Shape;358;p15"/>
            <p:cNvGrpSpPr/>
            <p:nvPr/>
          </p:nvGrpSpPr>
          <p:grpSpPr>
            <a:xfrm>
              <a:off x="0" y="-100447"/>
              <a:ext cx="23268945" cy="12927656"/>
              <a:chOff x="0" y="-28575"/>
              <a:chExt cx="6619526" cy="3677646"/>
            </a:xfrm>
          </p:grpSpPr>
          <p:sp>
            <p:nvSpPr>
              <p:cNvPr id="359" name="Google Shape;359;p15"/>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360" name="Google Shape;360;p15"/>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1" name="Google Shape;361;p15"/>
            <p:cNvGrpSpPr/>
            <p:nvPr/>
          </p:nvGrpSpPr>
          <p:grpSpPr>
            <a:xfrm>
              <a:off x="293149" y="192732"/>
              <a:ext cx="22662658" cy="12295445"/>
              <a:chOff x="0" y="-28575"/>
              <a:chExt cx="6447050" cy="3497796"/>
            </a:xfrm>
          </p:grpSpPr>
          <p:sp>
            <p:nvSpPr>
              <p:cNvPr id="362" name="Google Shape;362;p15"/>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363" name="Google Shape;363;p15"/>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4" name="Google Shape;364;p15"/>
            <p:cNvGrpSpPr/>
            <p:nvPr/>
          </p:nvGrpSpPr>
          <p:grpSpPr>
            <a:xfrm>
              <a:off x="675815" y="588912"/>
              <a:ext cx="21959466" cy="11535276"/>
              <a:chOff x="0" y="-28575"/>
              <a:chExt cx="6247007" cy="3281544"/>
            </a:xfrm>
          </p:grpSpPr>
          <p:sp>
            <p:nvSpPr>
              <p:cNvPr id="365" name="Google Shape;365;p15"/>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366" name="Google Shape;366;p15"/>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7" name="Google Shape;367;p15"/>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368" name="Google Shape;368;p15"/>
          <p:cNvSpPr/>
          <p:nvPr/>
        </p:nvSpPr>
        <p:spPr>
          <a:xfrm>
            <a:off x="3659544" y="1756460"/>
            <a:ext cx="10892031" cy="6774079"/>
          </a:xfrm>
          <a:custGeom>
            <a:rect b="b" l="l" r="r" t="t"/>
            <a:pathLst>
              <a:path extrusionOk="0" h="6774079" w="10892031">
                <a:moveTo>
                  <a:pt x="0" y="0"/>
                </a:moveTo>
                <a:lnTo>
                  <a:pt x="10892031" y="0"/>
                </a:lnTo>
                <a:lnTo>
                  <a:pt x="10892031" y="6774080"/>
                </a:lnTo>
                <a:lnTo>
                  <a:pt x="0" y="677408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372" name="Shape 372"/>
        <p:cNvGrpSpPr/>
        <p:nvPr/>
      </p:nvGrpSpPr>
      <p:grpSpPr>
        <a:xfrm>
          <a:off x="0" y="0"/>
          <a:ext cx="0" cy="0"/>
          <a:chOff x="0" y="0"/>
          <a:chExt cx="0" cy="0"/>
        </a:xfrm>
      </p:grpSpPr>
      <p:grpSp>
        <p:nvGrpSpPr>
          <p:cNvPr id="373" name="Google Shape;373;p16"/>
          <p:cNvGrpSpPr/>
          <p:nvPr/>
        </p:nvGrpSpPr>
        <p:grpSpPr>
          <a:xfrm>
            <a:off x="379705" y="257962"/>
            <a:ext cx="17451709" cy="9695741"/>
            <a:chOff x="0" y="-100447"/>
            <a:chExt cx="23268945" cy="12927656"/>
          </a:xfrm>
        </p:grpSpPr>
        <p:grpSp>
          <p:nvGrpSpPr>
            <p:cNvPr id="374" name="Google Shape;374;p16"/>
            <p:cNvGrpSpPr/>
            <p:nvPr/>
          </p:nvGrpSpPr>
          <p:grpSpPr>
            <a:xfrm>
              <a:off x="0" y="-100447"/>
              <a:ext cx="23268945" cy="12927656"/>
              <a:chOff x="0" y="-28575"/>
              <a:chExt cx="6619526" cy="3677646"/>
            </a:xfrm>
          </p:grpSpPr>
          <p:sp>
            <p:nvSpPr>
              <p:cNvPr id="375" name="Google Shape;375;p16"/>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376" name="Google Shape;376;p16"/>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7" name="Google Shape;377;p16"/>
            <p:cNvGrpSpPr/>
            <p:nvPr/>
          </p:nvGrpSpPr>
          <p:grpSpPr>
            <a:xfrm>
              <a:off x="293149" y="192732"/>
              <a:ext cx="22662658" cy="12295445"/>
              <a:chOff x="0" y="-28575"/>
              <a:chExt cx="6447050" cy="3497796"/>
            </a:xfrm>
          </p:grpSpPr>
          <p:sp>
            <p:nvSpPr>
              <p:cNvPr id="378" name="Google Shape;378;p16"/>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379" name="Google Shape;379;p16"/>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0" name="Google Shape;380;p16"/>
            <p:cNvGrpSpPr/>
            <p:nvPr/>
          </p:nvGrpSpPr>
          <p:grpSpPr>
            <a:xfrm>
              <a:off x="675815" y="588912"/>
              <a:ext cx="21959466" cy="11535276"/>
              <a:chOff x="0" y="-28575"/>
              <a:chExt cx="6247007" cy="3281544"/>
            </a:xfrm>
          </p:grpSpPr>
          <p:sp>
            <p:nvSpPr>
              <p:cNvPr id="381" name="Google Shape;381;p16"/>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382" name="Google Shape;382;p16"/>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3" name="Google Shape;383;p16"/>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384" name="Google Shape;384;p16"/>
          <p:cNvSpPr/>
          <p:nvPr/>
        </p:nvSpPr>
        <p:spPr>
          <a:xfrm>
            <a:off x="3311392" y="1490435"/>
            <a:ext cx="11588334" cy="7306130"/>
          </a:xfrm>
          <a:custGeom>
            <a:rect b="b" l="l" r="r" t="t"/>
            <a:pathLst>
              <a:path extrusionOk="0" h="7306130" w="11588334">
                <a:moveTo>
                  <a:pt x="0" y="0"/>
                </a:moveTo>
                <a:lnTo>
                  <a:pt x="11588334" y="0"/>
                </a:lnTo>
                <a:lnTo>
                  <a:pt x="11588334" y="7306130"/>
                </a:lnTo>
                <a:lnTo>
                  <a:pt x="0" y="730613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388" name="Shape 388"/>
        <p:cNvGrpSpPr/>
        <p:nvPr/>
      </p:nvGrpSpPr>
      <p:grpSpPr>
        <a:xfrm>
          <a:off x="0" y="0"/>
          <a:ext cx="0" cy="0"/>
          <a:chOff x="0" y="0"/>
          <a:chExt cx="0" cy="0"/>
        </a:xfrm>
      </p:grpSpPr>
      <p:grpSp>
        <p:nvGrpSpPr>
          <p:cNvPr id="389" name="Google Shape;389;p17"/>
          <p:cNvGrpSpPr/>
          <p:nvPr/>
        </p:nvGrpSpPr>
        <p:grpSpPr>
          <a:xfrm>
            <a:off x="379705" y="257962"/>
            <a:ext cx="17451709" cy="9695741"/>
            <a:chOff x="0" y="-100447"/>
            <a:chExt cx="23268945" cy="12927656"/>
          </a:xfrm>
        </p:grpSpPr>
        <p:grpSp>
          <p:nvGrpSpPr>
            <p:cNvPr id="390" name="Google Shape;390;p17"/>
            <p:cNvGrpSpPr/>
            <p:nvPr/>
          </p:nvGrpSpPr>
          <p:grpSpPr>
            <a:xfrm>
              <a:off x="0" y="-100447"/>
              <a:ext cx="23268945" cy="12927656"/>
              <a:chOff x="0" y="-28575"/>
              <a:chExt cx="6619526" cy="3677646"/>
            </a:xfrm>
          </p:grpSpPr>
          <p:sp>
            <p:nvSpPr>
              <p:cNvPr id="391" name="Google Shape;391;p17"/>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392" name="Google Shape;392;p17"/>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3" name="Google Shape;393;p17"/>
            <p:cNvGrpSpPr/>
            <p:nvPr/>
          </p:nvGrpSpPr>
          <p:grpSpPr>
            <a:xfrm>
              <a:off x="293149" y="192732"/>
              <a:ext cx="22662658" cy="12295445"/>
              <a:chOff x="0" y="-28575"/>
              <a:chExt cx="6447050" cy="3497796"/>
            </a:xfrm>
          </p:grpSpPr>
          <p:sp>
            <p:nvSpPr>
              <p:cNvPr id="394" name="Google Shape;394;p17"/>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395" name="Google Shape;395;p17"/>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6" name="Google Shape;396;p17"/>
            <p:cNvGrpSpPr/>
            <p:nvPr/>
          </p:nvGrpSpPr>
          <p:grpSpPr>
            <a:xfrm>
              <a:off x="675815" y="588912"/>
              <a:ext cx="21959466" cy="11535276"/>
              <a:chOff x="0" y="-28575"/>
              <a:chExt cx="6247007" cy="3281544"/>
            </a:xfrm>
          </p:grpSpPr>
          <p:sp>
            <p:nvSpPr>
              <p:cNvPr id="397" name="Google Shape;397;p17"/>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398" name="Google Shape;398;p17"/>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9" name="Google Shape;399;p17"/>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400" name="Google Shape;400;p17"/>
          <p:cNvSpPr/>
          <p:nvPr/>
        </p:nvSpPr>
        <p:spPr>
          <a:xfrm>
            <a:off x="3225976" y="1417529"/>
            <a:ext cx="11836048" cy="7451943"/>
          </a:xfrm>
          <a:custGeom>
            <a:rect b="b" l="l" r="r" t="t"/>
            <a:pathLst>
              <a:path extrusionOk="0" h="7451943" w="11836048">
                <a:moveTo>
                  <a:pt x="0" y="0"/>
                </a:moveTo>
                <a:lnTo>
                  <a:pt x="11836048" y="0"/>
                </a:lnTo>
                <a:lnTo>
                  <a:pt x="11836048" y="7451942"/>
                </a:lnTo>
                <a:lnTo>
                  <a:pt x="0" y="745194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404" name="Shape 404"/>
        <p:cNvGrpSpPr/>
        <p:nvPr/>
      </p:nvGrpSpPr>
      <p:grpSpPr>
        <a:xfrm>
          <a:off x="0" y="0"/>
          <a:ext cx="0" cy="0"/>
          <a:chOff x="0" y="0"/>
          <a:chExt cx="0" cy="0"/>
        </a:xfrm>
      </p:grpSpPr>
      <p:grpSp>
        <p:nvGrpSpPr>
          <p:cNvPr id="405" name="Google Shape;405;p18"/>
          <p:cNvGrpSpPr/>
          <p:nvPr/>
        </p:nvGrpSpPr>
        <p:grpSpPr>
          <a:xfrm>
            <a:off x="379705" y="257962"/>
            <a:ext cx="17451709" cy="9695741"/>
            <a:chOff x="0" y="-100447"/>
            <a:chExt cx="23268945" cy="12927656"/>
          </a:xfrm>
        </p:grpSpPr>
        <p:grpSp>
          <p:nvGrpSpPr>
            <p:cNvPr id="406" name="Google Shape;406;p18"/>
            <p:cNvGrpSpPr/>
            <p:nvPr/>
          </p:nvGrpSpPr>
          <p:grpSpPr>
            <a:xfrm>
              <a:off x="0" y="-100447"/>
              <a:ext cx="23268945" cy="12927656"/>
              <a:chOff x="0" y="-28575"/>
              <a:chExt cx="6619526" cy="3677646"/>
            </a:xfrm>
          </p:grpSpPr>
          <p:sp>
            <p:nvSpPr>
              <p:cNvPr id="407" name="Google Shape;407;p18"/>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408" name="Google Shape;408;p18"/>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9" name="Google Shape;409;p18"/>
            <p:cNvGrpSpPr/>
            <p:nvPr/>
          </p:nvGrpSpPr>
          <p:grpSpPr>
            <a:xfrm>
              <a:off x="293149" y="192732"/>
              <a:ext cx="22662658" cy="12295445"/>
              <a:chOff x="0" y="-28575"/>
              <a:chExt cx="6447050" cy="3497796"/>
            </a:xfrm>
          </p:grpSpPr>
          <p:sp>
            <p:nvSpPr>
              <p:cNvPr id="410" name="Google Shape;410;p18"/>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411" name="Google Shape;411;p18"/>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18"/>
            <p:cNvGrpSpPr/>
            <p:nvPr/>
          </p:nvGrpSpPr>
          <p:grpSpPr>
            <a:xfrm>
              <a:off x="675815" y="588912"/>
              <a:ext cx="21959466" cy="11535276"/>
              <a:chOff x="0" y="-28575"/>
              <a:chExt cx="6247007" cy="3281544"/>
            </a:xfrm>
          </p:grpSpPr>
          <p:sp>
            <p:nvSpPr>
              <p:cNvPr id="413" name="Google Shape;413;p18"/>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414" name="Google Shape;414;p18"/>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5" name="Google Shape;415;p18"/>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416" name="Google Shape;416;p18"/>
          <p:cNvSpPr/>
          <p:nvPr/>
        </p:nvSpPr>
        <p:spPr>
          <a:xfrm>
            <a:off x="3731078" y="1352236"/>
            <a:ext cx="10748962" cy="7582528"/>
          </a:xfrm>
          <a:custGeom>
            <a:rect b="b" l="l" r="r" t="t"/>
            <a:pathLst>
              <a:path extrusionOk="0" h="7582528" w="10748962">
                <a:moveTo>
                  <a:pt x="0" y="0"/>
                </a:moveTo>
                <a:lnTo>
                  <a:pt x="10748962" y="0"/>
                </a:lnTo>
                <a:lnTo>
                  <a:pt x="10748962" y="7582528"/>
                </a:lnTo>
                <a:lnTo>
                  <a:pt x="0" y="758252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420" name="Shape 420"/>
        <p:cNvGrpSpPr/>
        <p:nvPr/>
      </p:nvGrpSpPr>
      <p:grpSpPr>
        <a:xfrm>
          <a:off x="0" y="0"/>
          <a:ext cx="0" cy="0"/>
          <a:chOff x="0" y="0"/>
          <a:chExt cx="0" cy="0"/>
        </a:xfrm>
      </p:grpSpPr>
      <p:grpSp>
        <p:nvGrpSpPr>
          <p:cNvPr id="421" name="Google Shape;421;p19"/>
          <p:cNvGrpSpPr/>
          <p:nvPr/>
        </p:nvGrpSpPr>
        <p:grpSpPr>
          <a:xfrm>
            <a:off x="379705" y="257962"/>
            <a:ext cx="17451709" cy="9695741"/>
            <a:chOff x="0" y="-100447"/>
            <a:chExt cx="23268945" cy="12927656"/>
          </a:xfrm>
        </p:grpSpPr>
        <p:grpSp>
          <p:nvGrpSpPr>
            <p:cNvPr id="422" name="Google Shape;422;p19"/>
            <p:cNvGrpSpPr/>
            <p:nvPr/>
          </p:nvGrpSpPr>
          <p:grpSpPr>
            <a:xfrm>
              <a:off x="0" y="-100447"/>
              <a:ext cx="23268945" cy="12927656"/>
              <a:chOff x="0" y="-28575"/>
              <a:chExt cx="6619526" cy="3677646"/>
            </a:xfrm>
          </p:grpSpPr>
          <p:sp>
            <p:nvSpPr>
              <p:cNvPr id="423" name="Google Shape;423;p19"/>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424" name="Google Shape;424;p19"/>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5" name="Google Shape;425;p19"/>
            <p:cNvGrpSpPr/>
            <p:nvPr/>
          </p:nvGrpSpPr>
          <p:grpSpPr>
            <a:xfrm>
              <a:off x="293149" y="192732"/>
              <a:ext cx="22662658" cy="12295445"/>
              <a:chOff x="0" y="-28575"/>
              <a:chExt cx="6447050" cy="3497796"/>
            </a:xfrm>
          </p:grpSpPr>
          <p:sp>
            <p:nvSpPr>
              <p:cNvPr id="426" name="Google Shape;426;p19"/>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427" name="Google Shape;427;p19"/>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8" name="Google Shape;428;p19"/>
            <p:cNvGrpSpPr/>
            <p:nvPr/>
          </p:nvGrpSpPr>
          <p:grpSpPr>
            <a:xfrm>
              <a:off x="675815" y="588912"/>
              <a:ext cx="21959466" cy="11535276"/>
              <a:chOff x="0" y="-28575"/>
              <a:chExt cx="6247007" cy="3281544"/>
            </a:xfrm>
          </p:grpSpPr>
          <p:sp>
            <p:nvSpPr>
              <p:cNvPr id="429" name="Google Shape;429;p19"/>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430" name="Google Shape;430;p19"/>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1" name="Google Shape;431;p19"/>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432" name="Google Shape;432;p19"/>
          <p:cNvSpPr/>
          <p:nvPr/>
        </p:nvSpPr>
        <p:spPr>
          <a:xfrm>
            <a:off x="4320968" y="1449881"/>
            <a:ext cx="9646065" cy="7387237"/>
          </a:xfrm>
          <a:custGeom>
            <a:rect b="b" l="l" r="r" t="t"/>
            <a:pathLst>
              <a:path extrusionOk="0" h="7387237" w="9646065">
                <a:moveTo>
                  <a:pt x="0" y="0"/>
                </a:moveTo>
                <a:lnTo>
                  <a:pt x="9646064" y="0"/>
                </a:lnTo>
                <a:lnTo>
                  <a:pt x="9646064" y="7387238"/>
                </a:lnTo>
                <a:lnTo>
                  <a:pt x="0" y="738723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436" name="Shape 436"/>
        <p:cNvGrpSpPr/>
        <p:nvPr/>
      </p:nvGrpSpPr>
      <p:grpSpPr>
        <a:xfrm>
          <a:off x="0" y="0"/>
          <a:ext cx="0" cy="0"/>
          <a:chOff x="0" y="0"/>
          <a:chExt cx="0" cy="0"/>
        </a:xfrm>
      </p:grpSpPr>
      <p:grpSp>
        <p:nvGrpSpPr>
          <p:cNvPr id="437" name="Google Shape;437;p20"/>
          <p:cNvGrpSpPr/>
          <p:nvPr/>
        </p:nvGrpSpPr>
        <p:grpSpPr>
          <a:xfrm>
            <a:off x="379705" y="257962"/>
            <a:ext cx="17451709" cy="9695741"/>
            <a:chOff x="0" y="-100447"/>
            <a:chExt cx="23268945" cy="12927656"/>
          </a:xfrm>
        </p:grpSpPr>
        <p:grpSp>
          <p:nvGrpSpPr>
            <p:cNvPr id="438" name="Google Shape;438;p20"/>
            <p:cNvGrpSpPr/>
            <p:nvPr/>
          </p:nvGrpSpPr>
          <p:grpSpPr>
            <a:xfrm>
              <a:off x="0" y="-100447"/>
              <a:ext cx="23268945" cy="12927656"/>
              <a:chOff x="0" y="-28575"/>
              <a:chExt cx="6619526" cy="3677646"/>
            </a:xfrm>
          </p:grpSpPr>
          <p:sp>
            <p:nvSpPr>
              <p:cNvPr id="439" name="Google Shape;439;p20"/>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440" name="Google Shape;440;p20"/>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1" name="Google Shape;441;p20"/>
            <p:cNvGrpSpPr/>
            <p:nvPr/>
          </p:nvGrpSpPr>
          <p:grpSpPr>
            <a:xfrm>
              <a:off x="293149" y="192732"/>
              <a:ext cx="22662658" cy="12295445"/>
              <a:chOff x="0" y="-28575"/>
              <a:chExt cx="6447050" cy="3497796"/>
            </a:xfrm>
          </p:grpSpPr>
          <p:sp>
            <p:nvSpPr>
              <p:cNvPr id="442" name="Google Shape;442;p20"/>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443" name="Google Shape;443;p20"/>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4" name="Google Shape;444;p20"/>
            <p:cNvGrpSpPr/>
            <p:nvPr/>
          </p:nvGrpSpPr>
          <p:grpSpPr>
            <a:xfrm>
              <a:off x="675815" y="588912"/>
              <a:ext cx="21959466" cy="11535276"/>
              <a:chOff x="0" y="-28575"/>
              <a:chExt cx="6247007" cy="3281544"/>
            </a:xfrm>
          </p:grpSpPr>
          <p:sp>
            <p:nvSpPr>
              <p:cNvPr id="445" name="Google Shape;445;p20"/>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446" name="Google Shape;446;p20"/>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7" name="Google Shape;447;p20"/>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448" name="Google Shape;448;p20"/>
          <p:cNvSpPr/>
          <p:nvPr/>
        </p:nvSpPr>
        <p:spPr>
          <a:xfrm>
            <a:off x="3075879" y="1366837"/>
            <a:ext cx="12136242" cy="7553325"/>
          </a:xfrm>
          <a:custGeom>
            <a:rect b="b" l="l" r="r" t="t"/>
            <a:pathLst>
              <a:path extrusionOk="0" h="7553325" w="12136242">
                <a:moveTo>
                  <a:pt x="0" y="0"/>
                </a:moveTo>
                <a:lnTo>
                  <a:pt x="12136242" y="0"/>
                </a:lnTo>
                <a:lnTo>
                  <a:pt x="12136242" y="7553326"/>
                </a:lnTo>
                <a:lnTo>
                  <a:pt x="0" y="755332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452" name="Shape 452"/>
        <p:cNvGrpSpPr/>
        <p:nvPr/>
      </p:nvGrpSpPr>
      <p:grpSpPr>
        <a:xfrm>
          <a:off x="0" y="0"/>
          <a:ext cx="0" cy="0"/>
          <a:chOff x="0" y="0"/>
          <a:chExt cx="0" cy="0"/>
        </a:xfrm>
      </p:grpSpPr>
      <p:grpSp>
        <p:nvGrpSpPr>
          <p:cNvPr id="453" name="Google Shape;453;p21"/>
          <p:cNvGrpSpPr/>
          <p:nvPr/>
        </p:nvGrpSpPr>
        <p:grpSpPr>
          <a:xfrm>
            <a:off x="379705" y="257962"/>
            <a:ext cx="17451709" cy="9695741"/>
            <a:chOff x="0" y="-100447"/>
            <a:chExt cx="23268945" cy="12927656"/>
          </a:xfrm>
        </p:grpSpPr>
        <p:grpSp>
          <p:nvGrpSpPr>
            <p:cNvPr id="454" name="Google Shape;454;p21"/>
            <p:cNvGrpSpPr/>
            <p:nvPr/>
          </p:nvGrpSpPr>
          <p:grpSpPr>
            <a:xfrm>
              <a:off x="0" y="-100447"/>
              <a:ext cx="23268945" cy="12927656"/>
              <a:chOff x="0" y="-28575"/>
              <a:chExt cx="6619526" cy="3677646"/>
            </a:xfrm>
          </p:grpSpPr>
          <p:sp>
            <p:nvSpPr>
              <p:cNvPr id="455" name="Google Shape;455;p21"/>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456" name="Google Shape;456;p21"/>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7" name="Google Shape;457;p21"/>
            <p:cNvGrpSpPr/>
            <p:nvPr/>
          </p:nvGrpSpPr>
          <p:grpSpPr>
            <a:xfrm>
              <a:off x="293149" y="192732"/>
              <a:ext cx="22662658" cy="12295445"/>
              <a:chOff x="0" y="-28575"/>
              <a:chExt cx="6447050" cy="3497796"/>
            </a:xfrm>
          </p:grpSpPr>
          <p:sp>
            <p:nvSpPr>
              <p:cNvPr id="458" name="Google Shape;458;p21"/>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459" name="Google Shape;459;p21"/>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0" name="Google Shape;460;p21"/>
            <p:cNvGrpSpPr/>
            <p:nvPr/>
          </p:nvGrpSpPr>
          <p:grpSpPr>
            <a:xfrm>
              <a:off x="675815" y="588912"/>
              <a:ext cx="21959466" cy="11535276"/>
              <a:chOff x="0" y="-28575"/>
              <a:chExt cx="6247007" cy="3281544"/>
            </a:xfrm>
          </p:grpSpPr>
          <p:sp>
            <p:nvSpPr>
              <p:cNvPr id="461" name="Google Shape;461;p21"/>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462" name="Google Shape;462;p21"/>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3" name="Google Shape;463;p21"/>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464" name="Google Shape;464;p21"/>
          <p:cNvSpPr/>
          <p:nvPr/>
        </p:nvSpPr>
        <p:spPr>
          <a:xfrm>
            <a:off x="2809041" y="1221594"/>
            <a:ext cx="12669919" cy="7843811"/>
          </a:xfrm>
          <a:custGeom>
            <a:rect b="b" l="l" r="r" t="t"/>
            <a:pathLst>
              <a:path extrusionOk="0" h="7843811" w="12669919">
                <a:moveTo>
                  <a:pt x="0" y="0"/>
                </a:moveTo>
                <a:lnTo>
                  <a:pt x="12669918" y="0"/>
                </a:lnTo>
                <a:lnTo>
                  <a:pt x="12669918" y="7843812"/>
                </a:lnTo>
                <a:lnTo>
                  <a:pt x="0" y="7843812"/>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468" name="Shape 468"/>
        <p:cNvGrpSpPr/>
        <p:nvPr/>
      </p:nvGrpSpPr>
      <p:grpSpPr>
        <a:xfrm>
          <a:off x="0" y="0"/>
          <a:ext cx="0" cy="0"/>
          <a:chOff x="0" y="0"/>
          <a:chExt cx="0" cy="0"/>
        </a:xfrm>
      </p:grpSpPr>
      <p:grpSp>
        <p:nvGrpSpPr>
          <p:cNvPr id="469" name="Google Shape;469;p22"/>
          <p:cNvGrpSpPr/>
          <p:nvPr/>
        </p:nvGrpSpPr>
        <p:grpSpPr>
          <a:xfrm>
            <a:off x="379705" y="257962"/>
            <a:ext cx="17451709" cy="9695741"/>
            <a:chOff x="0" y="-100447"/>
            <a:chExt cx="23268945" cy="12927656"/>
          </a:xfrm>
        </p:grpSpPr>
        <p:grpSp>
          <p:nvGrpSpPr>
            <p:cNvPr id="470" name="Google Shape;470;p22"/>
            <p:cNvGrpSpPr/>
            <p:nvPr/>
          </p:nvGrpSpPr>
          <p:grpSpPr>
            <a:xfrm>
              <a:off x="0" y="-100447"/>
              <a:ext cx="23268945" cy="12927656"/>
              <a:chOff x="0" y="-28575"/>
              <a:chExt cx="6619526" cy="3677646"/>
            </a:xfrm>
          </p:grpSpPr>
          <p:sp>
            <p:nvSpPr>
              <p:cNvPr id="471" name="Google Shape;471;p22"/>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472" name="Google Shape;472;p22"/>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3" name="Google Shape;473;p22"/>
            <p:cNvGrpSpPr/>
            <p:nvPr/>
          </p:nvGrpSpPr>
          <p:grpSpPr>
            <a:xfrm>
              <a:off x="293149" y="192732"/>
              <a:ext cx="22662658" cy="12295445"/>
              <a:chOff x="0" y="-28575"/>
              <a:chExt cx="6447050" cy="3497796"/>
            </a:xfrm>
          </p:grpSpPr>
          <p:sp>
            <p:nvSpPr>
              <p:cNvPr id="474" name="Google Shape;474;p22"/>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475" name="Google Shape;475;p22"/>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6" name="Google Shape;476;p22"/>
            <p:cNvGrpSpPr/>
            <p:nvPr/>
          </p:nvGrpSpPr>
          <p:grpSpPr>
            <a:xfrm>
              <a:off x="675815" y="588912"/>
              <a:ext cx="21959466" cy="11535276"/>
              <a:chOff x="0" y="-28575"/>
              <a:chExt cx="6247007" cy="3281544"/>
            </a:xfrm>
          </p:grpSpPr>
          <p:sp>
            <p:nvSpPr>
              <p:cNvPr id="477" name="Google Shape;477;p22"/>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478" name="Google Shape;478;p22"/>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9" name="Google Shape;479;p22"/>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480" name="Google Shape;480;p22"/>
          <p:cNvSpPr/>
          <p:nvPr/>
        </p:nvSpPr>
        <p:spPr>
          <a:xfrm>
            <a:off x="3790680" y="1028700"/>
            <a:ext cx="10706640" cy="8065163"/>
          </a:xfrm>
          <a:custGeom>
            <a:rect b="b" l="l" r="r" t="t"/>
            <a:pathLst>
              <a:path extrusionOk="0" h="8065163" w="10706640">
                <a:moveTo>
                  <a:pt x="0" y="0"/>
                </a:moveTo>
                <a:lnTo>
                  <a:pt x="10706640" y="0"/>
                </a:lnTo>
                <a:lnTo>
                  <a:pt x="10706640" y="8065163"/>
                </a:lnTo>
                <a:lnTo>
                  <a:pt x="0" y="8065163"/>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484" name="Shape 484"/>
        <p:cNvGrpSpPr/>
        <p:nvPr/>
      </p:nvGrpSpPr>
      <p:grpSpPr>
        <a:xfrm>
          <a:off x="0" y="0"/>
          <a:ext cx="0" cy="0"/>
          <a:chOff x="0" y="0"/>
          <a:chExt cx="0" cy="0"/>
        </a:xfrm>
      </p:grpSpPr>
      <p:grpSp>
        <p:nvGrpSpPr>
          <p:cNvPr id="485" name="Google Shape;485;p23"/>
          <p:cNvGrpSpPr/>
          <p:nvPr/>
        </p:nvGrpSpPr>
        <p:grpSpPr>
          <a:xfrm>
            <a:off x="379705" y="257962"/>
            <a:ext cx="17451710" cy="9695741"/>
            <a:chOff x="0" y="-100447"/>
            <a:chExt cx="23268946" cy="12927656"/>
          </a:xfrm>
        </p:grpSpPr>
        <p:grpSp>
          <p:nvGrpSpPr>
            <p:cNvPr id="486" name="Google Shape;486;p23"/>
            <p:cNvGrpSpPr/>
            <p:nvPr/>
          </p:nvGrpSpPr>
          <p:grpSpPr>
            <a:xfrm>
              <a:off x="0" y="-100447"/>
              <a:ext cx="23268945" cy="12927656"/>
              <a:chOff x="0" y="-28575"/>
              <a:chExt cx="6619526" cy="3677646"/>
            </a:xfrm>
          </p:grpSpPr>
          <p:sp>
            <p:nvSpPr>
              <p:cNvPr id="487" name="Google Shape;487;p23"/>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488" name="Google Shape;488;p23"/>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9" name="Google Shape;489;p23"/>
            <p:cNvGrpSpPr/>
            <p:nvPr/>
          </p:nvGrpSpPr>
          <p:grpSpPr>
            <a:xfrm>
              <a:off x="293149" y="192732"/>
              <a:ext cx="22662658" cy="12295445"/>
              <a:chOff x="0" y="-28575"/>
              <a:chExt cx="6447050" cy="3497796"/>
            </a:xfrm>
          </p:grpSpPr>
          <p:sp>
            <p:nvSpPr>
              <p:cNvPr id="490" name="Google Shape;490;p23"/>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491" name="Google Shape;491;p23"/>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2" name="Google Shape;492;p23"/>
            <p:cNvGrpSpPr/>
            <p:nvPr/>
          </p:nvGrpSpPr>
          <p:grpSpPr>
            <a:xfrm>
              <a:off x="675815" y="588912"/>
              <a:ext cx="21959466" cy="11535276"/>
              <a:chOff x="0" y="-28575"/>
              <a:chExt cx="6247007" cy="3281544"/>
            </a:xfrm>
          </p:grpSpPr>
          <p:sp>
            <p:nvSpPr>
              <p:cNvPr id="493" name="Google Shape;493;p23"/>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494" name="Google Shape;494;p23"/>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5" name="Google Shape;495;p23"/>
            <p:cNvSpPr/>
            <p:nvPr/>
          </p:nvSpPr>
          <p:spPr>
            <a:xfrm rot="10800000">
              <a:off x="18828976" y="8387239"/>
              <a:ext cx="4439970" cy="4439970"/>
            </a:xfrm>
            <a:custGeom>
              <a:rect b="b" l="l" r="r" t="t"/>
              <a:pathLst>
                <a:path extrusionOk="0" h="4439970" w="4439970">
                  <a:moveTo>
                    <a:pt x="0" y="0"/>
                  </a:moveTo>
                  <a:lnTo>
                    <a:pt x="4439969" y="0"/>
                  </a:lnTo>
                  <a:lnTo>
                    <a:pt x="4439969" y="4439970"/>
                  </a:lnTo>
                  <a:lnTo>
                    <a:pt x="0" y="4439970"/>
                  </a:lnTo>
                  <a:lnTo>
                    <a:pt x="0" y="0"/>
                  </a:lnTo>
                  <a:close/>
                </a:path>
              </a:pathLst>
            </a:custGeom>
            <a:blipFill rotWithShape="1">
              <a:blip r:embed="rId3">
                <a:alphaModFix/>
              </a:blip>
              <a:stretch>
                <a:fillRect b="0" l="0" r="0" t="0"/>
              </a:stretch>
            </a:blipFill>
            <a:ln>
              <a:noFill/>
            </a:ln>
          </p:spPr>
        </p:sp>
      </p:grpSp>
      <p:sp>
        <p:nvSpPr>
          <p:cNvPr id="496" name="Google Shape;496;p23"/>
          <p:cNvSpPr txBox="1"/>
          <p:nvPr/>
        </p:nvSpPr>
        <p:spPr>
          <a:xfrm>
            <a:off x="2634443" y="1047750"/>
            <a:ext cx="13019115" cy="883680"/>
          </a:xfrm>
          <a:prstGeom prst="rect">
            <a:avLst/>
          </a:prstGeom>
          <a:noFill/>
          <a:ln>
            <a:noFill/>
          </a:ln>
        </p:spPr>
        <p:txBody>
          <a:bodyPr anchorCtr="0" anchor="t" bIns="0" lIns="0" spcFirstLastPara="1" rIns="0" wrap="square" tIns="0">
            <a:spAutoFit/>
          </a:bodyPr>
          <a:lstStyle/>
          <a:p>
            <a:pPr indent="0" lvl="0" marL="0" marR="0" rtl="0" algn="l">
              <a:lnSpc>
                <a:spcPct val="114008"/>
              </a:lnSpc>
              <a:spcBef>
                <a:spcPts val="0"/>
              </a:spcBef>
              <a:spcAft>
                <a:spcPts val="0"/>
              </a:spcAft>
              <a:buNone/>
            </a:pPr>
            <a:r>
              <a:rPr b="1" i="0" lang="en-US" sz="5968" u="none" cap="none" strike="noStrike">
                <a:solidFill>
                  <a:srgbClr val="27403B"/>
                </a:solidFill>
                <a:latin typeface="Raleway Black"/>
                <a:ea typeface="Raleway Black"/>
                <a:cs typeface="Raleway Black"/>
                <a:sym typeface="Raleway Black"/>
              </a:rPr>
              <a:t>PRUEBAS REALIZADAS</a:t>
            </a:r>
            <a:endParaRPr/>
          </a:p>
        </p:txBody>
      </p:sp>
      <p:sp>
        <p:nvSpPr>
          <p:cNvPr id="497" name="Google Shape;497;p23"/>
          <p:cNvSpPr txBox="1"/>
          <p:nvPr/>
        </p:nvSpPr>
        <p:spPr>
          <a:xfrm>
            <a:off x="1741617" y="2816746"/>
            <a:ext cx="14804766" cy="3494292"/>
          </a:xfrm>
          <a:prstGeom prst="rect">
            <a:avLst/>
          </a:prstGeom>
          <a:noFill/>
          <a:ln>
            <a:noFill/>
          </a:ln>
        </p:spPr>
        <p:txBody>
          <a:bodyPr anchorCtr="0" anchor="t" bIns="0" lIns="0" spcFirstLastPara="1" rIns="0" wrap="square" tIns="0">
            <a:spAutoFit/>
          </a:bodyPr>
          <a:lstStyle/>
          <a:p>
            <a:pPr indent="0" lvl="0" marL="0" marR="0" rtl="0" algn="l">
              <a:lnSpc>
                <a:spcPct val="164006"/>
              </a:lnSpc>
              <a:spcBef>
                <a:spcPts val="0"/>
              </a:spcBef>
              <a:spcAft>
                <a:spcPts val="0"/>
              </a:spcAft>
              <a:buNone/>
            </a:pPr>
            <a:r>
              <a:rPr b="0" i="0" lang="en-US" sz="2381" u="none" cap="none" strike="noStrike">
                <a:solidFill>
                  <a:srgbClr val="000000"/>
                </a:solidFill>
                <a:latin typeface="Arial"/>
                <a:ea typeface="Arial"/>
                <a:cs typeface="Arial"/>
                <a:sym typeface="Arial"/>
              </a:rPr>
              <a:t>Se han realizado pruebas de funcionalidad de forma local, evidenciando lo siguiente:</a:t>
            </a:r>
            <a:endParaRPr/>
          </a:p>
          <a:p>
            <a:pPr indent="0" lvl="0" marL="0" marR="0" rtl="0" algn="l">
              <a:lnSpc>
                <a:spcPct val="164006"/>
              </a:lnSpc>
              <a:spcBef>
                <a:spcPts val="0"/>
              </a:spcBef>
              <a:spcAft>
                <a:spcPts val="0"/>
              </a:spcAft>
              <a:buNone/>
            </a:pPr>
            <a:r>
              <a:rPr b="0" i="0" lang="en-US" sz="2381" u="none" cap="none" strike="noStrike">
                <a:solidFill>
                  <a:srgbClr val="000000"/>
                </a:solidFill>
                <a:latin typeface="Arial"/>
                <a:ea typeface="Arial"/>
                <a:cs typeface="Arial"/>
                <a:sym typeface="Arial"/>
              </a:rPr>
              <a:t>1- Se validan credenciales del usuario con base de datos.</a:t>
            </a:r>
            <a:endParaRPr/>
          </a:p>
          <a:p>
            <a:pPr indent="0" lvl="0" marL="0" marR="0" rtl="0" algn="l">
              <a:lnSpc>
                <a:spcPct val="164006"/>
              </a:lnSpc>
              <a:spcBef>
                <a:spcPts val="0"/>
              </a:spcBef>
              <a:spcAft>
                <a:spcPts val="0"/>
              </a:spcAft>
              <a:buNone/>
            </a:pPr>
            <a:r>
              <a:rPr b="0" i="0" lang="en-US" sz="2381" u="none" cap="none" strike="noStrike">
                <a:solidFill>
                  <a:srgbClr val="000000"/>
                </a:solidFill>
                <a:latin typeface="Arial"/>
                <a:ea typeface="Arial"/>
                <a:cs typeface="Arial"/>
                <a:sym typeface="Arial"/>
              </a:rPr>
              <a:t>2- Se valida la notificación hacia mecanico por trabajo asignado.</a:t>
            </a:r>
            <a:endParaRPr/>
          </a:p>
          <a:p>
            <a:pPr indent="0" lvl="0" marL="0" marR="0" rtl="0" algn="l">
              <a:lnSpc>
                <a:spcPct val="164006"/>
              </a:lnSpc>
              <a:spcBef>
                <a:spcPts val="0"/>
              </a:spcBef>
              <a:spcAft>
                <a:spcPts val="0"/>
              </a:spcAft>
              <a:buNone/>
            </a:pPr>
            <a:r>
              <a:rPr b="0" i="0" lang="en-US" sz="2381" u="none" cap="none" strike="noStrike">
                <a:solidFill>
                  <a:srgbClr val="000000"/>
                </a:solidFill>
                <a:latin typeface="Arial"/>
                <a:ea typeface="Arial"/>
                <a:cs typeface="Arial"/>
                <a:sym typeface="Arial"/>
              </a:rPr>
              <a:t>3- Se valida la programacion de un camion entrante.</a:t>
            </a:r>
            <a:endParaRPr/>
          </a:p>
          <a:p>
            <a:pPr indent="0" lvl="0" marL="0" marR="0" rtl="0" algn="l">
              <a:lnSpc>
                <a:spcPct val="164006"/>
              </a:lnSpc>
              <a:spcBef>
                <a:spcPts val="0"/>
              </a:spcBef>
              <a:spcAft>
                <a:spcPts val="0"/>
              </a:spcAft>
              <a:buNone/>
            </a:pPr>
            <a:r>
              <a:rPr b="0" i="0" lang="en-US" sz="2381" u="none" cap="none" strike="noStrike">
                <a:solidFill>
                  <a:srgbClr val="000000"/>
                </a:solidFill>
                <a:latin typeface="Arial"/>
                <a:ea typeface="Arial"/>
                <a:cs typeface="Arial"/>
                <a:sym typeface="Arial"/>
              </a:rPr>
              <a:t>4- Se valida hash de contraseña se descodifique.</a:t>
            </a:r>
            <a:endParaRPr/>
          </a:p>
          <a:p>
            <a:pPr indent="0" lvl="0" marL="0" marR="0" rtl="0" algn="l">
              <a:lnSpc>
                <a:spcPct val="164006"/>
              </a:lnSpc>
              <a:spcBef>
                <a:spcPts val="0"/>
              </a:spcBef>
              <a:spcAft>
                <a:spcPts val="0"/>
              </a:spcAft>
              <a:buNone/>
            </a:pPr>
            <a:r>
              <a:rPr b="0" i="0" lang="en-US" sz="2381" u="none" cap="none" strike="noStrike">
                <a:solidFill>
                  <a:srgbClr val="000000"/>
                </a:solidFill>
                <a:latin typeface="Arial"/>
                <a:ea typeface="Arial"/>
                <a:cs typeface="Arial"/>
                <a:sym typeface="Arial"/>
              </a:rPr>
              <a:t>5- </a:t>
            </a:r>
            <a:endParaRPr/>
          </a:p>
          <a:p>
            <a:pPr indent="0" lvl="0" marL="0" marR="0" rtl="0" algn="l">
              <a:lnSpc>
                <a:spcPct val="191558"/>
              </a:lnSpc>
              <a:spcBef>
                <a:spcPts val="0"/>
              </a:spcBef>
              <a:spcAft>
                <a:spcPts val="0"/>
              </a:spcAft>
              <a:buNone/>
            </a:pPr>
            <a:r>
              <a:t/>
            </a:r>
            <a:endParaRPr b="0" i="0" sz="2381"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501" name="Shape 501"/>
        <p:cNvGrpSpPr/>
        <p:nvPr/>
      </p:nvGrpSpPr>
      <p:grpSpPr>
        <a:xfrm>
          <a:off x="0" y="0"/>
          <a:ext cx="0" cy="0"/>
          <a:chOff x="0" y="0"/>
          <a:chExt cx="0" cy="0"/>
        </a:xfrm>
      </p:grpSpPr>
      <p:grpSp>
        <p:nvGrpSpPr>
          <p:cNvPr id="502" name="Google Shape;502;p24"/>
          <p:cNvGrpSpPr/>
          <p:nvPr/>
        </p:nvGrpSpPr>
        <p:grpSpPr>
          <a:xfrm>
            <a:off x="389230" y="257962"/>
            <a:ext cx="17451709" cy="9695741"/>
            <a:chOff x="0" y="-100447"/>
            <a:chExt cx="23268945" cy="12927656"/>
          </a:xfrm>
        </p:grpSpPr>
        <p:grpSp>
          <p:nvGrpSpPr>
            <p:cNvPr id="503" name="Google Shape;503;p24"/>
            <p:cNvGrpSpPr/>
            <p:nvPr/>
          </p:nvGrpSpPr>
          <p:grpSpPr>
            <a:xfrm>
              <a:off x="0" y="-100447"/>
              <a:ext cx="23268945" cy="12927656"/>
              <a:chOff x="0" y="-28575"/>
              <a:chExt cx="6619526" cy="3677646"/>
            </a:xfrm>
          </p:grpSpPr>
          <p:sp>
            <p:nvSpPr>
              <p:cNvPr id="504" name="Google Shape;504;p24"/>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505" name="Google Shape;505;p24"/>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6" name="Google Shape;506;p24"/>
            <p:cNvGrpSpPr/>
            <p:nvPr/>
          </p:nvGrpSpPr>
          <p:grpSpPr>
            <a:xfrm>
              <a:off x="293149" y="192732"/>
              <a:ext cx="22662658" cy="12295445"/>
              <a:chOff x="0" y="-28575"/>
              <a:chExt cx="6447050" cy="3497796"/>
            </a:xfrm>
          </p:grpSpPr>
          <p:sp>
            <p:nvSpPr>
              <p:cNvPr id="507" name="Google Shape;507;p24"/>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508" name="Google Shape;508;p24"/>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9" name="Google Shape;509;p24"/>
            <p:cNvGrpSpPr/>
            <p:nvPr/>
          </p:nvGrpSpPr>
          <p:grpSpPr>
            <a:xfrm>
              <a:off x="675815" y="588912"/>
              <a:ext cx="21959466" cy="11535276"/>
              <a:chOff x="0" y="-28575"/>
              <a:chExt cx="6247007" cy="3281544"/>
            </a:xfrm>
          </p:grpSpPr>
          <p:sp>
            <p:nvSpPr>
              <p:cNvPr id="510" name="Google Shape;510;p24"/>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511" name="Google Shape;511;p24"/>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512" name="Google Shape;512;p24"/>
          <p:cNvSpPr txBox="1"/>
          <p:nvPr/>
        </p:nvSpPr>
        <p:spPr>
          <a:xfrm>
            <a:off x="3255134" y="1066800"/>
            <a:ext cx="11777732" cy="1014761"/>
          </a:xfrm>
          <a:prstGeom prst="rect">
            <a:avLst/>
          </a:prstGeom>
          <a:noFill/>
          <a:ln>
            <a:noFill/>
          </a:ln>
        </p:spPr>
        <p:txBody>
          <a:bodyPr anchorCtr="0" anchor="t" bIns="0" lIns="0" spcFirstLastPara="1" rIns="0" wrap="square" tIns="0">
            <a:spAutoFit/>
          </a:bodyPr>
          <a:lstStyle/>
          <a:p>
            <a:pPr indent="0" lvl="0" marL="0" marR="0" rtl="0" algn="l">
              <a:lnSpc>
                <a:spcPct val="114019"/>
              </a:lnSpc>
              <a:spcBef>
                <a:spcPts val="0"/>
              </a:spcBef>
              <a:spcAft>
                <a:spcPts val="0"/>
              </a:spcAft>
              <a:buNone/>
            </a:pPr>
            <a:r>
              <a:rPr b="1" i="0" lang="en-US" sz="6919" u="none" cap="none" strike="noStrike">
                <a:solidFill>
                  <a:srgbClr val="27403B"/>
                </a:solidFill>
                <a:latin typeface="Raleway Black"/>
                <a:ea typeface="Raleway Black"/>
                <a:cs typeface="Raleway Black"/>
                <a:sym typeface="Raleway Black"/>
              </a:rPr>
              <a:t>PROXIMOS PASOS</a:t>
            </a:r>
            <a:endParaRPr/>
          </a:p>
        </p:txBody>
      </p:sp>
      <p:sp>
        <p:nvSpPr>
          <p:cNvPr id="513" name="Google Shape;513;p24"/>
          <p:cNvSpPr txBox="1"/>
          <p:nvPr/>
        </p:nvSpPr>
        <p:spPr>
          <a:xfrm>
            <a:off x="6263189" y="2915459"/>
            <a:ext cx="8769677" cy="1439370"/>
          </a:xfrm>
          <a:prstGeom prst="rect">
            <a:avLst/>
          </a:prstGeom>
          <a:noFill/>
          <a:ln>
            <a:noFill/>
          </a:ln>
        </p:spPr>
        <p:txBody>
          <a:bodyPr anchorCtr="0" anchor="t" bIns="0" lIns="0" spcFirstLastPara="1" rIns="0" wrap="square" tIns="0">
            <a:spAutoFit/>
          </a:bodyPr>
          <a:lstStyle/>
          <a:p>
            <a:pPr indent="0" lvl="0" marL="0" marR="0" rtl="0" algn="l">
              <a:lnSpc>
                <a:spcPct val="154063"/>
              </a:lnSpc>
              <a:spcBef>
                <a:spcPts val="0"/>
              </a:spcBef>
              <a:spcAft>
                <a:spcPts val="0"/>
              </a:spcAft>
              <a:buNone/>
            </a:pPr>
            <a:r>
              <a:rPr b="0" i="0" lang="en-US" sz="1809" u="none" cap="none" strike="noStrike">
                <a:solidFill>
                  <a:srgbClr val="000000"/>
                </a:solidFill>
                <a:latin typeface="Arial"/>
                <a:ea typeface="Arial"/>
                <a:cs typeface="Arial"/>
                <a:sym typeface="Arial"/>
              </a:rPr>
              <a:t>Implementar pruebas integrales y de aceptación de usuario (UAT).</a:t>
            </a:r>
            <a:endParaRPr/>
          </a:p>
          <a:p>
            <a:pPr indent="0" lvl="0" marL="0" marR="0" rtl="0" algn="l">
              <a:lnSpc>
                <a:spcPct val="154063"/>
              </a:lnSpc>
              <a:spcBef>
                <a:spcPts val="0"/>
              </a:spcBef>
              <a:spcAft>
                <a:spcPts val="0"/>
              </a:spcAft>
              <a:buNone/>
            </a:pPr>
            <a:r>
              <a:rPr b="0" i="0" lang="en-US" sz="1809" u="none" cap="none" strike="noStrike">
                <a:solidFill>
                  <a:srgbClr val="000000"/>
                </a:solidFill>
                <a:latin typeface="Arial"/>
                <a:ea typeface="Arial"/>
                <a:cs typeface="Arial"/>
                <a:sym typeface="Arial"/>
              </a:rPr>
              <a:t>Corregir incidencias y validar el cumplimiento del 95% de los requerimientos funcionales.</a:t>
            </a:r>
            <a:endParaRPr/>
          </a:p>
          <a:p>
            <a:pPr indent="0" lvl="0" marL="0" marR="0" rtl="0" algn="l">
              <a:lnSpc>
                <a:spcPct val="179601"/>
              </a:lnSpc>
              <a:spcBef>
                <a:spcPts val="0"/>
              </a:spcBef>
              <a:spcAft>
                <a:spcPts val="0"/>
              </a:spcAft>
              <a:buNone/>
            </a:pPr>
            <a:r>
              <a:t/>
            </a:r>
            <a:endParaRPr b="0" i="0" sz="1809" u="none" cap="none" strike="noStrike">
              <a:solidFill>
                <a:srgbClr val="000000"/>
              </a:solidFill>
              <a:latin typeface="Arial"/>
              <a:ea typeface="Arial"/>
              <a:cs typeface="Arial"/>
              <a:sym typeface="Arial"/>
            </a:endParaRPr>
          </a:p>
        </p:txBody>
      </p:sp>
      <p:sp>
        <p:nvSpPr>
          <p:cNvPr id="514" name="Google Shape;514;p24"/>
          <p:cNvSpPr txBox="1"/>
          <p:nvPr/>
        </p:nvSpPr>
        <p:spPr>
          <a:xfrm>
            <a:off x="5243684" y="4905487"/>
            <a:ext cx="795763" cy="439725"/>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02</a:t>
            </a:r>
            <a:endParaRPr/>
          </a:p>
        </p:txBody>
      </p:sp>
      <p:sp>
        <p:nvSpPr>
          <p:cNvPr id="515" name="Google Shape;515;p24"/>
          <p:cNvSpPr txBox="1"/>
          <p:nvPr/>
        </p:nvSpPr>
        <p:spPr>
          <a:xfrm>
            <a:off x="6428743" y="4773165"/>
            <a:ext cx="8769677" cy="1086945"/>
          </a:xfrm>
          <a:prstGeom prst="rect">
            <a:avLst/>
          </a:prstGeom>
          <a:noFill/>
          <a:ln>
            <a:noFill/>
          </a:ln>
        </p:spPr>
        <p:txBody>
          <a:bodyPr anchorCtr="0" anchor="t" bIns="0" lIns="0" spcFirstLastPara="1" rIns="0" wrap="square" tIns="0">
            <a:spAutoFit/>
          </a:bodyPr>
          <a:lstStyle/>
          <a:p>
            <a:pPr indent="0" lvl="0" marL="0" marR="0" rtl="0" algn="l">
              <a:lnSpc>
                <a:spcPct val="154063"/>
              </a:lnSpc>
              <a:spcBef>
                <a:spcPts val="0"/>
              </a:spcBef>
              <a:spcAft>
                <a:spcPts val="0"/>
              </a:spcAft>
              <a:buNone/>
            </a:pPr>
            <a:r>
              <a:rPr b="0" i="0" lang="en-US" sz="1809" u="none" cap="none" strike="noStrike">
                <a:solidFill>
                  <a:srgbClr val="000000"/>
                </a:solidFill>
                <a:latin typeface="Arial"/>
                <a:ea typeface="Arial"/>
                <a:cs typeface="Arial"/>
                <a:sym typeface="Arial"/>
              </a:rPr>
              <a:t>Desplegar la plataforma en el entorno operativo.</a:t>
            </a:r>
            <a:endParaRPr/>
          </a:p>
          <a:p>
            <a:pPr indent="0" lvl="0" marL="0" marR="0" rtl="0" algn="l">
              <a:lnSpc>
                <a:spcPct val="154063"/>
              </a:lnSpc>
              <a:spcBef>
                <a:spcPts val="0"/>
              </a:spcBef>
              <a:spcAft>
                <a:spcPts val="0"/>
              </a:spcAft>
              <a:buNone/>
            </a:pPr>
            <a:r>
              <a:rPr b="0" i="0" lang="en-US" sz="1809" u="none" cap="none" strike="noStrike">
                <a:solidFill>
                  <a:srgbClr val="000000"/>
                </a:solidFill>
                <a:latin typeface="Arial"/>
                <a:ea typeface="Arial"/>
                <a:cs typeface="Arial"/>
                <a:sym typeface="Arial"/>
              </a:rPr>
              <a:t>Desarrollar </a:t>
            </a:r>
            <a:endParaRPr/>
          </a:p>
          <a:p>
            <a:pPr indent="0" lvl="0" marL="0" marR="0" rtl="0" algn="l">
              <a:lnSpc>
                <a:spcPct val="179601"/>
              </a:lnSpc>
              <a:spcBef>
                <a:spcPts val="0"/>
              </a:spcBef>
              <a:spcAft>
                <a:spcPts val="0"/>
              </a:spcAft>
              <a:buNone/>
            </a:pPr>
            <a:r>
              <a:t/>
            </a:r>
            <a:endParaRPr b="0" i="0" sz="1809" u="none" cap="none" strike="noStrike">
              <a:solidFill>
                <a:srgbClr val="000000"/>
              </a:solidFill>
              <a:latin typeface="Arial"/>
              <a:ea typeface="Arial"/>
              <a:cs typeface="Arial"/>
              <a:sym typeface="Arial"/>
            </a:endParaRPr>
          </a:p>
        </p:txBody>
      </p:sp>
      <p:sp>
        <p:nvSpPr>
          <p:cNvPr id="516" name="Google Shape;516;p24"/>
          <p:cNvSpPr txBox="1"/>
          <p:nvPr/>
        </p:nvSpPr>
        <p:spPr>
          <a:xfrm>
            <a:off x="5243684" y="3222408"/>
            <a:ext cx="795763" cy="441311"/>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01</a:t>
            </a:r>
            <a:endParaRPr/>
          </a:p>
        </p:txBody>
      </p:sp>
      <p:sp>
        <p:nvSpPr>
          <p:cNvPr id="517" name="Google Shape;517;p24"/>
          <p:cNvSpPr txBox="1"/>
          <p:nvPr/>
        </p:nvSpPr>
        <p:spPr>
          <a:xfrm>
            <a:off x="5243684" y="6730908"/>
            <a:ext cx="795763" cy="439725"/>
          </a:xfrm>
          <a:prstGeom prst="rect">
            <a:avLst/>
          </a:prstGeom>
          <a:noFill/>
          <a:ln>
            <a:noFill/>
          </a:ln>
        </p:spPr>
        <p:txBody>
          <a:bodyPr anchorCtr="0" anchor="t" bIns="0" lIns="0" spcFirstLastPara="1" rIns="0" wrap="square" tIns="0">
            <a:spAutoFit/>
          </a:bodyPr>
          <a:lstStyle/>
          <a:p>
            <a:pPr indent="0" lvl="0" marL="0" marR="0" rtl="0" algn="r">
              <a:lnSpc>
                <a:spcPct val="114001"/>
              </a:lnSpc>
              <a:spcBef>
                <a:spcPts val="0"/>
              </a:spcBef>
              <a:spcAft>
                <a:spcPts val="0"/>
              </a:spcAft>
              <a:buNone/>
            </a:pPr>
            <a:r>
              <a:rPr b="1" i="0" lang="en-US" sz="2914" u="none" cap="none" strike="noStrike">
                <a:solidFill>
                  <a:srgbClr val="FFFFFF"/>
                </a:solidFill>
                <a:latin typeface="Raleway"/>
                <a:ea typeface="Raleway"/>
                <a:cs typeface="Raleway"/>
                <a:sym typeface="Raleway"/>
              </a:rPr>
              <a:t>03</a:t>
            </a:r>
            <a:endParaRPr/>
          </a:p>
        </p:txBody>
      </p:sp>
      <p:sp>
        <p:nvSpPr>
          <p:cNvPr id="518" name="Google Shape;518;p24"/>
          <p:cNvSpPr txBox="1"/>
          <p:nvPr/>
        </p:nvSpPr>
        <p:spPr>
          <a:xfrm>
            <a:off x="6539527" y="6541265"/>
            <a:ext cx="8769677" cy="1086945"/>
          </a:xfrm>
          <a:prstGeom prst="rect">
            <a:avLst/>
          </a:prstGeom>
          <a:noFill/>
          <a:ln>
            <a:noFill/>
          </a:ln>
        </p:spPr>
        <p:txBody>
          <a:bodyPr anchorCtr="0" anchor="t" bIns="0" lIns="0" spcFirstLastPara="1" rIns="0" wrap="square" tIns="0">
            <a:spAutoFit/>
          </a:bodyPr>
          <a:lstStyle/>
          <a:p>
            <a:pPr indent="0" lvl="0" marL="0" marR="0" rtl="0" algn="l">
              <a:lnSpc>
                <a:spcPct val="154063"/>
              </a:lnSpc>
              <a:spcBef>
                <a:spcPts val="0"/>
              </a:spcBef>
              <a:spcAft>
                <a:spcPts val="0"/>
              </a:spcAft>
              <a:buNone/>
            </a:pPr>
            <a:r>
              <a:rPr b="0" i="0" lang="en-US" sz="1809" u="none" cap="none" strike="noStrike">
                <a:solidFill>
                  <a:srgbClr val="000000"/>
                </a:solidFill>
                <a:latin typeface="Arial"/>
                <a:ea typeface="Arial"/>
                <a:cs typeface="Arial"/>
                <a:sym typeface="Arial"/>
              </a:rPr>
              <a:t>Elaborar manuales de usuario y plan de soporte post-implementación.</a:t>
            </a:r>
            <a:endParaRPr/>
          </a:p>
          <a:p>
            <a:pPr indent="0" lvl="0" marL="0" marR="0" rtl="0" algn="l">
              <a:lnSpc>
                <a:spcPct val="154063"/>
              </a:lnSpc>
              <a:spcBef>
                <a:spcPts val="0"/>
              </a:spcBef>
              <a:spcAft>
                <a:spcPts val="0"/>
              </a:spcAft>
              <a:buNone/>
            </a:pPr>
            <a:r>
              <a:rPr b="0" i="0" lang="en-US" sz="1809" u="none" cap="none" strike="noStrike">
                <a:solidFill>
                  <a:srgbClr val="000000"/>
                </a:solidFill>
                <a:latin typeface="Arial"/>
                <a:ea typeface="Arial"/>
                <a:cs typeface="Arial"/>
                <a:sym typeface="Arial"/>
              </a:rPr>
              <a:t>Presentar el reporte final de resultados y lecciones aprendidas.</a:t>
            </a:r>
            <a:endParaRPr/>
          </a:p>
          <a:p>
            <a:pPr indent="0" lvl="0" marL="0" marR="0" rtl="0" algn="l">
              <a:lnSpc>
                <a:spcPct val="179601"/>
              </a:lnSpc>
              <a:spcBef>
                <a:spcPts val="0"/>
              </a:spcBef>
              <a:spcAft>
                <a:spcPts val="0"/>
              </a:spcAft>
              <a:buNone/>
            </a:pPr>
            <a:r>
              <a:t/>
            </a:r>
            <a:endParaRPr b="0" i="0" sz="1809" u="none" cap="none" strike="noStrike">
              <a:solidFill>
                <a:srgbClr val="000000"/>
              </a:solidFill>
              <a:latin typeface="Arial"/>
              <a:ea typeface="Arial"/>
              <a:cs typeface="Arial"/>
              <a:sym typeface="Arial"/>
            </a:endParaRPr>
          </a:p>
        </p:txBody>
      </p:sp>
      <p:sp>
        <p:nvSpPr>
          <p:cNvPr id="519" name="Google Shape;519;p24"/>
          <p:cNvSpPr txBox="1"/>
          <p:nvPr/>
        </p:nvSpPr>
        <p:spPr>
          <a:xfrm>
            <a:off x="1788616" y="3370728"/>
            <a:ext cx="4250832" cy="391760"/>
          </a:xfrm>
          <a:prstGeom prst="rect">
            <a:avLst/>
          </a:prstGeom>
          <a:noFill/>
          <a:ln>
            <a:noFill/>
          </a:ln>
        </p:spPr>
        <p:txBody>
          <a:bodyPr anchorCtr="0" anchor="t" bIns="0" lIns="0" spcFirstLastPara="1" rIns="0" wrap="square" tIns="0">
            <a:spAutoFit/>
          </a:bodyPr>
          <a:lstStyle/>
          <a:p>
            <a:pPr indent="0" lvl="0" marL="0" marR="0" rtl="0" algn="l">
              <a:lnSpc>
                <a:spcPct val="154019"/>
              </a:lnSpc>
              <a:spcBef>
                <a:spcPts val="0"/>
              </a:spcBef>
              <a:spcAft>
                <a:spcPts val="0"/>
              </a:spcAft>
              <a:buNone/>
            </a:pPr>
            <a:r>
              <a:rPr b="0" i="0" lang="en-US" sz="2177" u="none" cap="none" strike="noStrike">
                <a:solidFill>
                  <a:srgbClr val="000000"/>
                </a:solidFill>
                <a:latin typeface="Arial"/>
                <a:ea typeface="Arial"/>
                <a:cs typeface="Arial"/>
                <a:sym typeface="Arial"/>
              </a:rPr>
              <a:t>Ejecución de Pruebas</a:t>
            </a:r>
            <a:endParaRPr/>
          </a:p>
        </p:txBody>
      </p:sp>
      <p:sp>
        <p:nvSpPr>
          <p:cNvPr id="520" name="Google Shape;520;p24"/>
          <p:cNvSpPr txBox="1"/>
          <p:nvPr/>
        </p:nvSpPr>
        <p:spPr>
          <a:xfrm>
            <a:off x="2177900" y="4914275"/>
            <a:ext cx="2817000" cy="335100"/>
          </a:xfrm>
          <a:prstGeom prst="rect">
            <a:avLst/>
          </a:prstGeom>
          <a:noFill/>
          <a:ln>
            <a:noFill/>
          </a:ln>
        </p:spPr>
        <p:txBody>
          <a:bodyPr anchorCtr="0" anchor="t" bIns="0" lIns="0" spcFirstLastPara="1" rIns="0" wrap="square" tIns="0">
            <a:spAutoFit/>
          </a:bodyPr>
          <a:lstStyle/>
          <a:p>
            <a:pPr indent="0" lvl="0" marL="0" marR="0" rtl="0" algn="l">
              <a:lnSpc>
                <a:spcPct val="154019"/>
              </a:lnSpc>
              <a:spcBef>
                <a:spcPts val="0"/>
              </a:spcBef>
              <a:spcAft>
                <a:spcPts val="0"/>
              </a:spcAft>
              <a:buNone/>
            </a:pPr>
            <a:r>
              <a:rPr b="0" i="0" lang="en-US" sz="2177" u="none" cap="none" strike="noStrike">
                <a:solidFill>
                  <a:srgbClr val="000000"/>
                </a:solidFill>
                <a:latin typeface="Arial"/>
                <a:ea typeface="Arial"/>
                <a:cs typeface="Arial"/>
                <a:sym typeface="Arial"/>
              </a:rPr>
              <a:t> Implantación </a:t>
            </a:r>
            <a:endParaRPr/>
          </a:p>
        </p:txBody>
      </p:sp>
      <p:sp>
        <p:nvSpPr>
          <p:cNvPr id="521" name="Google Shape;521;p24"/>
          <p:cNvSpPr txBox="1"/>
          <p:nvPr/>
        </p:nvSpPr>
        <p:spPr>
          <a:xfrm>
            <a:off x="2177911" y="6664233"/>
            <a:ext cx="4250832" cy="391760"/>
          </a:xfrm>
          <a:prstGeom prst="rect">
            <a:avLst/>
          </a:prstGeom>
          <a:noFill/>
          <a:ln>
            <a:noFill/>
          </a:ln>
        </p:spPr>
        <p:txBody>
          <a:bodyPr anchorCtr="0" anchor="t" bIns="0" lIns="0" spcFirstLastPara="1" rIns="0" wrap="square" tIns="0">
            <a:spAutoFit/>
          </a:bodyPr>
          <a:lstStyle/>
          <a:p>
            <a:pPr indent="0" lvl="0" marL="0" marR="0" rtl="0" algn="l">
              <a:lnSpc>
                <a:spcPct val="154019"/>
              </a:lnSpc>
              <a:spcBef>
                <a:spcPts val="0"/>
              </a:spcBef>
              <a:spcAft>
                <a:spcPts val="0"/>
              </a:spcAft>
              <a:buNone/>
            </a:pPr>
            <a:r>
              <a:rPr b="0" i="0" lang="en-US" sz="2177" u="none" cap="none" strike="noStrike">
                <a:solidFill>
                  <a:srgbClr val="000000"/>
                </a:solidFill>
                <a:latin typeface="Arial"/>
                <a:ea typeface="Arial"/>
                <a:cs typeface="Arial"/>
                <a:sym typeface="Arial"/>
              </a:rPr>
              <a:t>Cierre del Proyecto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525" name="Shape 525"/>
        <p:cNvGrpSpPr/>
        <p:nvPr/>
      </p:nvGrpSpPr>
      <p:grpSpPr>
        <a:xfrm>
          <a:off x="0" y="0"/>
          <a:ext cx="0" cy="0"/>
          <a:chOff x="0" y="0"/>
          <a:chExt cx="0" cy="0"/>
        </a:xfrm>
      </p:grpSpPr>
      <p:grpSp>
        <p:nvGrpSpPr>
          <p:cNvPr id="526" name="Google Shape;526;p25"/>
          <p:cNvGrpSpPr/>
          <p:nvPr/>
        </p:nvGrpSpPr>
        <p:grpSpPr>
          <a:xfrm>
            <a:off x="379705" y="257962"/>
            <a:ext cx="17451710" cy="9695741"/>
            <a:chOff x="0" y="-100447"/>
            <a:chExt cx="23268946" cy="12927656"/>
          </a:xfrm>
        </p:grpSpPr>
        <p:grpSp>
          <p:nvGrpSpPr>
            <p:cNvPr id="527" name="Google Shape;527;p25"/>
            <p:cNvGrpSpPr/>
            <p:nvPr/>
          </p:nvGrpSpPr>
          <p:grpSpPr>
            <a:xfrm>
              <a:off x="0" y="-100447"/>
              <a:ext cx="23268945" cy="12927656"/>
              <a:chOff x="0" y="-28575"/>
              <a:chExt cx="6619526" cy="3677646"/>
            </a:xfrm>
          </p:grpSpPr>
          <p:sp>
            <p:nvSpPr>
              <p:cNvPr id="528" name="Google Shape;528;p25"/>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529" name="Google Shape;529;p25"/>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0" name="Google Shape;530;p25"/>
            <p:cNvGrpSpPr/>
            <p:nvPr/>
          </p:nvGrpSpPr>
          <p:grpSpPr>
            <a:xfrm>
              <a:off x="293149" y="192732"/>
              <a:ext cx="22662658" cy="12295445"/>
              <a:chOff x="0" y="-28575"/>
              <a:chExt cx="6447050" cy="3497796"/>
            </a:xfrm>
          </p:grpSpPr>
          <p:sp>
            <p:nvSpPr>
              <p:cNvPr id="531" name="Google Shape;531;p25"/>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532" name="Google Shape;532;p25"/>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3" name="Google Shape;533;p25"/>
            <p:cNvGrpSpPr/>
            <p:nvPr/>
          </p:nvGrpSpPr>
          <p:grpSpPr>
            <a:xfrm>
              <a:off x="675815" y="588912"/>
              <a:ext cx="21959466" cy="11535276"/>
              <a:chOff x="0" y="-28575"/>
              <a:chExt cx="6247007" cy="3281544"/>
            </a:xfrm>
          </p:grpSpPr>
          <p:sp>
            <p:nvSpPr>
              <p:cNvPr id="534" name="Google Shape;534;p25"/>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535" name="Google Shape;535;p25"/>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6" name="Google Shape;536;p25"/>
            <p:cNvSpPr/>
            <p:nvPr/>
          </p:nvSpPr>
          <p:spPr>
            <a:xfrm rot="10800000">
              <a:off x="18828976" y="8387239"/>
              <a:ext cx="4439970" cy="4439970"/>
            </a:xfrm>
            <a:custGeom>
              <a:rect b="b" l="l" r="r" t="t"/>
              <a:pathLst>
                <a:path extrusionOk="0" h="4439970" w="4439970">
                  <a:moveTo>
                    <a:pt x="0" y="0"/>
                  </a:moveTo>
                  <a:lnTo>
                    <a:pt x="4439969" y="0"/>
                  </a:lnTo>
                  <a:lnTo>
                    <a:pt x="4439969" y="4439970"/>
                  </a:lnTo>
                  <a:lnTo>
                    <a:pt x="0" y="4439970"/>
                  </a:lnTo>
                  <a:lnTo>
                    <a:pt x="0" y="0"/>
                  </a:lnTo>
                  <a:close/>
                </a:path>
              </a:pathLst>
            </a:custGeom>
            <a:blipFill rotWithShape="1">
              <a:blip r:embed="rId3">
                <a:alphaModFix/>
              </a:blip>
              <a:stretch>
                <a:fillRect b="0" l="0" r="0" t="0"/>
              </a:stretch>
            </a:blipFill>
            <a:ln>
              <a:noFill/>
            </a:ln>
          </p:spPr>
        </p:sp>
      </p:grpSp>
      <p:sp>
        <p:nvSpPr>
          <p:cNvPr id="537" name="Google Shape;537;p25"/>
          <p:cNvSpPr txBox="1"/>
          <p:nvPr/>
        </p:nvSpPr>
        <p:spPr>
          <a:xfrm>
            <a:off x="2634443" y="1066800"/>
            <a:ext cx="13019115" cy="1155332"/>
          </a:xfrm>
          <a:prstGeom prst="rect">
            <a:avLst/>
          </a:prstGeom>
          <a:noFill/>
          <a:ln>
            <a:noFill/>
          </a:ln>
        </p:spPr>
        <p:txBody>
          <a:bodyPr anchorCtr="0" anchor="t" bIns="0" lIns="0" spcFirstLastPara="1" rIns="0" wrap="square" tIns="0">
            <a:spAutoFit/>
          </a:bodyPr>
          <a:lstStyle/>
          <a:p>
            <a:pPr indent="0" lvl="0" marL="0" marR="0" rtl="0" algn="l">
              <a:lnSpc>
                <a:spcPct val="113993"/>
              </a:lnSpc>
              <a:spcBef>
                <a:spcPts val="0"/>
              </a:spcBef>
              <a:spcAft>
                <a:spcPts val="0"/>
              </a:spcAft>
              <a:buNone/>
            </a:pPr>
            <a:r>
              <a:rPr b="1" i="0" lang="en-US" sz="7868" u="none" cap="none" strike="noStrike">
                <a:solidFill>
                  <a:srgbClr val="27403B"/>
                </a:solidFill>
                <a:latin typeface="Raleway Black"/>
                <a:ea typeface="Raleway Black"/>
                <a:cs typeface="Raleway Black"/>
                <a:sym typeface="Raleway Black"/>
              </a:rPr>
              <a:t>CONCLUSIONES</a:t>
            </a:r>
            <a:endParaRPr/>
          </a:p>
        </p:txBody>
      </p:sp>
      <p:sp>
        <p:nvSpPr>
          <p:cNvPr id="538" name="Google Shape;538;p25"/>
          <p:cNvSpPr txBox="1"/>
          <p:nvPr/>
        </p:nvSpPr>
        <p:spPr>
          <a:xfrm>
            <a:off x="1741617" y="2816746"/>
            <a:ext cx="14804766" cy="5970792"/>
          </a:xfrm>
          <a:prstGeom prst="rect">
            <a:avLst/>
          </a:prstGeom>
          <a:noFill/>
          <a:ln>
            <a:noFill/>
          </a:ln>
        </p:spPr>
        <p:txBody>
          <a:bodyPr anchorCtr="0" anchor="t" bIns="0" lIns="0" spcFirstLastPara="1" rIns="0" wrap="square" tIns="0">
            <a:spAutoFit/>
          </a:bodyPr>
          <a:lstStyle/>
          <a:p>
            <a:pPr indent="0" lvl="0" marL="0" marR="0" rtl="0" algn="l">
              <a:lnSpc>
                <a:spcPct val="164006"/>
              </a:lnSpc>
              <a:spcBef>
                <a:spcPts val="0"/>
              </a:spcBef>
              <a:spcAft>
                <a:spcPts val="0"/>
              </a:spcAft>
              <a:buNone/>
            </a:pPr>
            <a:r>
              <a:rPr b="0" i="0" lang="en-US" sz="2381" u="none" cap="none" strike="noStrike">
                <a:solidFill>
                  <a:srgbClr val="000000"/>
                </a:solidFill>
                <a:latin typeface="Arial"/>
                <a:ea typeface="Arial"/>
                <a:cs typeface="Arial"/>
                <a:sym typeface="Arial"/>
              </a:rPr>
              <a:t>La implementación de la Plataforma de Gestión de Ingreso de Vehículos al Taller permitió modernizar un proceso que antes dependía de Excel, WhatsApp y registros manuales. A través de una metodología tradicional en cascada, el proyecto avanzó de forma ordenada, validando cada fase y asegurando la trazabilidad y calidad de los entregables. El desarrollo de los módulos de agenda, pausas, documentos, reportes y hub centralizado logró cumplir con los requerimientos definidos por PepsiCo, mejorando la eficiencia operativa, la visibilidad del proceso y la disponibilidad de información en tiempo real. Con esta solución, se optimizan los tiempos de registro, se reduce la duplicidad de datos y se fortalece la coordinación entre choferes, supervisores y mecánicos. El proyecto cierra con una plataforma funcional, documentada y alineada a los objetivos del cliente, estableciendo una base sólida para futuras mejoras e integraciones.</a:t>
            </a:r>
            <a:endParaRPr/>
          </a:p>
          <a:p>
            <a:pPr indent="0" lvl="0" marL="0" marR="0" rtl="0" algn="l">
              <a:lnSpc>
                <a:spcPct val="191558"/>
              </a:lnSpc>
              <a:spcBef>
                <a:spcPts val="0"/>
              </a:spcBef>
              <a:spcAft>
                <a:spcPts val="0"/>
              </a:spcAft>
              <a:buNone/>
            </a:pPr>
            <a:r>
              <a:t/>
            </a:r>
            <a:endParaRPr b="0" i="0" sz="2381"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FFE"/>
        </a:solidFill>
      </p:bgPr>
    </p:bg>
    <p:spTree>
      <p:nvGrpSpPr>
        <p:cNvPr id="542" name="Shape 542"/>
        <p:cNvGrpSpPr/>
        <p:nvPr/>
      </p:nvGrpSpPr>
      <p:grpSpPr>
        <a:xfrm>
          <a:off x="0" y="0"/>
          <a:ext cx="0" cy="0"/>
          <a:chOff x="0" y="0"/>
          <a:chExt cx="0" cy="0"/>
        </a:xfrm>
      </p:grpSpPr>
      <p:grpSp>
        <p:nvGrpSpPr>
          <p:cNvPr id="543" name="Google Shape;543;p26"/>
          <p:cNvGrpSpPr/>
          <p:nvPr/>
        </p:nvGrpSpPr>
        <p:grpSpPr>
          <a:xfrm>
            <a:off x="418145" y="257962"/>
            <a:ext cx="17451710" cy="9695741"/>
            <a:chOff x="0" y="-100447"/>
            <a:chExt cx="23268946" cy="12927656"/>
          </a:xfrm>
        </p:grpSpPr>
        <p:grpSp>
          <p:nvGrpSpPr>
            <p:cNvPr id="544" name="Google Shape;544;p26"/>
            <p:cNvGrpSpPr/>
            <p:nvPr/>
          </p:nvGrpSpPr>
          <p:grpSpPr>
            <a:xfrm>
              <a:off x="0" y="-100447"/>
              <a:ext cx="23268945" cy="12927656"/>
              <a:chOff x="0" y="-28575"/>
              <a:chExt cx="6619526" cy="3677646"/>
            </a:xfrm>
          </p:grpSpPr>
          <p:sp>
            <p:nvSpPr>
              <p:cNvPr id="545" name="Google Shape;545;p26"/>
              <p:cNvSpPr/>
              <p:nvPr/>
            </p:nvSpPr>
            <p:spPr>
              <a:xfrm>
                <a:off x="0" y="0"/>
                <a:ext cx="6619526" cy="3649071"/>
              </a:xfrm>
              <a:custGeom>
                <a:rect b="b" l="l" r="r" t="t"/>
                <a:pathLst>
                  <a:path extrusionOk="0" h="3649071" w="6619526">
                    <a:moveTo>
                      <a:pt x="0" y="0"/>
                    </a:moveTo>
                    <a:lnTo>
                      <a:pt x="6619526" y="0"/>
                    </a:lnTo>
                    <a:lnTo>
                      <a:pt x="6619526" y="3649071"/>
                    </a:lnTo>
                    <a:lnTo>
                      <a:pt x="0" y="3649071"/>
                    </a:lnTo>
                    <a:close/>
                  </a:path>
                </a:pathLst>
              </a:custGeom>
              <a:solidFill>
                <a:srgbClr val="000000">
                  <a:alpha val="0"/>
                </a:srgbClr>
              </a:solidFill>
              <a:ln cap="sq" cmpd="sng" w="66675">
                <a:solidFill>
                  <a:srgbClr val="508484"/>
                </a:solidFill>
                <a:prstDash val="solid"/>
                <a:miter lim="8000"/>
                <a:headEnd len="sm" w="sm" type="none"/>
                <a:tailEnd len="sm" w="sm" type="none"/>
              </a:ln>
            </p:spPr>
          </p:sp>
          <p:sp>
            <p:nvSpPr>
              <p:cNvPr id="546" name="Google Shape;546;p26"/>
              <p:cNvSpPr txBox="1"/>
              <p:nvPr/>
            </p:nvSpPr>
            <p:spPr>
              <a:xfrm>
                <a:off x="0" y="-28575"/>
                <a:ext cx="6619526" cy="367764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7" name="Google Shape;547;p26"/>
            <p:cNvGrpSpPr/>
            <p:nvPr/>
          </p:nvGrpSpPr>
          <p:grpSpPr>
            <a:xfrm>
              <a:off x="293149" y="192732"/>
              <a:ext cx="22662658" cy="12295445"/>
              <a:chOff x="0" y="-28575"/>
              <a:chExt cx="6447050" cy="3497796"/>
            </a:xfrm>
          </p:grpSpPr>
          <p:sp>
            <p:nvSpPr>
              <p:cNvPr id="548" name="Google Shape;548;p26"/>
              <p:cNvSpPr/>
              <p:nvPr/>
            </p:nvSpPr>
            <p:spPr>
              <a:xfrm>
                <a:off x="0" y="0"/>
                <a:ext cx="6447050" cy="3469221"/>
              </a:xfrm>
              <a:custGeom>
                <a:rect b="b" l="l" r="r" t="t"/>
                <a:pathLst>
                  <a:path extrusionOk="0" h="3469221" w="6447050">
                    <a:moveTo>
                      <a:pt x="0" y="0"/>
                    </a:moveTo>
                    <a:lnTo>
                      <a:pt x="6447050" y="0"/>
                    </a:lnTo>
                    <a:lnTo>
                      <a:pt x="6447050" y="3469221"/>
                    </a:lnTo>
                    <a:lnTo>
                      <a:pt x="0" y="3469221"/>
                    </a:lnTo>
                    <a:close/>
                  </a:path>
                </a:pathLst>
              </a:custGeom>
              <a:solidFill>
                <a:srgbClr val="000000">
                  <a:alpha val="0"/>
                </a:srgbClr>
              </a:solidFill>
              <a:ln cap="sq" cmpd="sng" w="66675">
                <a:solidFill>
                  <a:srgbClr val="7CBBBB"/>
                </a:solidFill>
                <a:prstDash val="solid"/>
                <a:miter lim="8000"/>
                <a:headEnd len="sm" w="sm" type="none"/>
                <a:tailEnd len="sm" w="sm" type="none"/>
              </a:ln>
            </p:spPr>
          </p:sp>
          <p:sp>
            <p:nvSpPr>
              <p:cNvPr id="549" name="Google Shape;549;p26"/>
              <p:cNvSpPr txBox="1"/>
              <p:nvPr/>
            </p:nvSpPr>
            <p:spPr>
              <a:xfrm>
                <a:off x="0" y="-28575"/>
                <a:ext cx="6447050" cy="3497796"/>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50" name="Google Shape;550;p26"/>
            <p:cNvGrpSpPr/>
            <p:nvPr/>
          </p:nvGrpSpPr>
          <p:grpSpPr>
            <a:xfrm>
              <a:off x="675815" y="588912"/>
              <a:ext cx="21959466" cy="11535276"/>
              <a:chOff x="0" y="-28575"/>
              <a:chExt cx="6247007" cy="3281544"/>
            </a:xfrm>
          </p:grpSpPr>
          <p:sp>
            <p:nvSpPr>
              <p:cNvPr id="551" name="Google Shape;551;p26"/>
              <p:cNvSpPr/>
              <p:nvPr/>
            </p:nvSpPr>
            <p:spPr>
              <a:xfrm>
                <a:off x="0" y="0"/>
                <a:ext cx="6247007" cy="3252968"/>
              </a:xfrm>
              <a:custGeom>
                <a:rect b="b" l="l" r="r" t="t"/>
                <a:pathLst>
                  <a:path extrusionOk="0" h="3252968" w="6247007">
                    <a:moveTo>
                      <a:pt x="0" y="0"/>
                    </a:moveTo>
                    <a:lnTo>
                      <a:pt x="6247007" y="0"/>
                    </a:lnTo>
                    <a:lnTo>
                      <a:pt x="6247007" y="3252968"/>
                    </a:lnTo>
                    <a:lnTo>
                      <a:pt x="0" y="3252968"/>
                    </a:lnTo>
                    <a:close/>
                  </a:path>
                </a:pathLst>
              </a:custGeom>
              <a:solidFill>
                <a:srgbClr val="000000">
                  <a:alpha val="0"/>
                </a:srgbClr>
              </a:solidFill>
              <a:ln cap="sq" cmpd="sng" w="66675">
                <a:solidFill>
                  <a:srgbClr val="B5EFE3"/>
                </a:solidFill>
                <a:prstDash val="solid"/>
                <a:miter lim="8000"/>
                <a:headEnd len="sm" w="sm" type="none"/>
                <a:tailEnd len="sm" w="sm" type="none"/>
              </a:ln>
            </p:spPr>
          </p:sp>
          <p:sp>
            <p:nvSpPr>
              <p:cNvPr id="552" name="Google Shape;552;p26"/>
              <p:cNvSpPr txBox="1"/>
              <p:nvPr/>
            </p:nvSpPr>
            <p:spPr>
              <a:xfrm>
                <a:off x="0" y="-28575"/>
                <a:ext cx="6247007" cy="3281544"/>
              </a:xfrm>
              <a:prstGeom prst="rect">
                <a:avLst/>
              </a:prstGeom>
              <a:noFill/>
              <a:ln>
                <a:noFill/>
              </a:ln>
            </p:spPr>
            <p:txBody>
              <a:bodyPr anchorCtr="0" anchor="ctr" bIns="48875" lIns="48875" spcFirstLastPara="1" rIns="48875" wrap="square" tIns="48875">
                <a:noAutofit/>
              </a:bodyPr>
              <a:lstStyle/>
              <a:p>
                <a:pPr indent="0" lvl="0" marL="0" marR="0" rtl="0" algn="ctr">
                  <a:lnSpc>
                    <a:spcPct val="130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53" name="Google Shape;553;p26"/>
            <p:cNvSpPr/>
            <p:nvPr/>
          </p:nvSpPr>
          <p:spPr>
            <a:xfrm rot="10800000">
              <a:off x="18828976" y="8387239"/>
              <a:ext cx="4439970" cy="4439970"/>
            </a:xfrm>
            <a:custGeom>
              <a:rect b="b" l="l" r="r" t="t"/>
              <a:pathLst>
                <a:path extrusionOk="0" h="4439970" w="4439970">
                  <a:moveTo>
                    <a:pt x="0" y="0"/>
                  </a:moveTo>
                  <a:lnTo>
                    <a:pt x="4439969" y="0"/>
                  </a:lnTo>
                  <a:lnTo>
                    <a:pt x="4439969" y="4439970"/>
                  </a:lnTo>
                  <a:lnTo>
                    <a:pt x="0" y="4439970"/>
                  </a:lnTo>
                  <a:lnTo>
                    <a:pt x="0" y="0"/>
                  </a:lnTo>
                  <a:close/>
                </a:path>
              </a:pathLst>
            </a:custGeom>
            <a:blipFill rotWithShape="1">
              <a:blip r:embed="rId3">
                <a:alphaModFix/>
              </a:blip>
              <a:stretch>
                <a:fillRect b="0" l="0" r="0" t="0"/>
              </a:stretch>
            </a:blipFill>
            <a:ln>
              <a:noFill/>
            </a:ln>
          </p:spPr>
        </p:sp>
        <p:sp>
          <p:nvSpPr>
            <p:cNvPr id="554" name="Google Shape;554;p26"/>
            <p:cNvSpPr/>
            <p:nvPr/>
          </p:nvSpPr>
          <p:spPr>
            <a:xfrm>
              <a:off x="0" y="0"/>
              <a:ext cx="4439970" cy="4439970"/>
            </a:xfrm>
            <a:custGeom>
              <a:rect b="b" l="l" r="r" t="t"/>
              <a:pathLst>
                <a:path extrusionOk="0" h="4439970" w="4439970">
                  <a:moveTo>
                    <a:pt x="0" y="0"/>
                  </a:moveTo>
                  <a:lnTo>
                    <a:pt x="4439970" y="0"/>
                  </a:lnTo>
                  <a:lnTo>
                    <a:pt x="4439970" y="4439970"/>
                  </a:lnTo>
                  <a:lnTo>
                    <a:pt x="0" y="4439970"/>
                  </a:lnTo>
                  <a:lnTo>
                    <a:pt x="0" y="0"/>
                  </a:lnTo>
                  <a:close/>
                </a:path>
              </a:pathLst>
            </a:custGeom>
            <a:blipFill rotWithShape="1">
              <a:blip r:embed="rId3">
                <a:alphaModFix/>
              </a:blip>
              <a:stretch>
                <a:fillRect b="0" l="0" r="0" t="0"/>
              </a:stretch>
            </a:blipFill>
            <a:ln>
              <a:noFill/>
            </a:ln>
          </p:spPr>
        </p:sp>
      </p:grpSp>
      <p:sp>
        <p:nvSpPr>
          <p:cNvPr id="555" name="Google Shape;555;p26"/>
          <p:cNvSpPr txBox="1"/>
          <p:nvPr/>
        </p:nvSpPr>
        <p:spPr>
          <a:xfrm>
            <a:off x="2312014" y="4499190"/>
            <a:ext cx="13663973" cy="2232851"/>
          </a:xfrm>
          <a:prstGeom prst="rect">
            <a:avLst/>
          </a:prstGeom>
          <a:noFill/>
          <a:ln>
            <a:noFill/>
          </a:ln>
        </p:spPr>
        <p:txBody>
          <a:bodyPr anchorCtr="0" anchor="t" bIns="0" lIns="0" spcFirstLastPara="1" rIns="0" wrap="square" tIns="0">
            <a:spAutoFit/>
          </a:bodyPr>
          <a:lstStyle/>
          <a:p>
            <a:pPr indent="0" lvl="0" marL="0" marR="0" rtl="0" algn="ctr">
              <a:lnSpc>
                <a:spcPct val="131014"/>
              </a:lnSpc>
              <a:spcBef>
                <a:spcPts val="0"/>
              </a:spcBef>
              <a:spcAft>
                <a:spcPts val="0"/>
              </a:spcAft>
              <a:buNone/>
            </a:pPr>
            <a:r>
              <a:rPr b="1" i="0" lang="en-US" sz="13600" u="none" cap="none" strike="noStrike">
                <a:solidFill>
                  <a:srgbClr val="27403B"/>
                </a:solidFill>
                <a:latin typeface="Raleway Black"/>
                <a:ea typeface="Raleway Black"/>
                <a:cs typeface="Raleway Black"/>
                <a:sym typeface="Raleway Black"/>
              </a:rPr>
              <a:t>GRACIAS</a:t>
            </a:r>
            <a:endParaRPr/>
          </a:p>
        </p:txBody>
      </p:sp>
      <p:sp>
        <p:nvSpPr>
          <p:cNvPr id="556" name="Google Shape;556;p26"/>
          <p:cNvSpPr txBox="1"/>
          <p:nvPr/>
        </p:nvSpPr>
        <p:spPr>
          <a:xfrm rot="-17737">
            <a:off x="14201031" y="1415891"/>
            <a:ext cx="2622496" cy="248740"/>
          </a:xfrm>
          <a:prstGeom prst="rect">
            <a:avLst/>
          </a:prstGeom>
          <a:noFill/>
          <a:ln>
            <a:noFill/>
          </a:ln>
        </p:spPr>
        <p:txBody>
          <a:bodyPr anchorCtr="0" anchor="t" bIns="0" lIns="0" spcFirstLastPara="1" rIns="0" wrap="square" tIns="0">
            <a:spAutoFit/>
          </a:bodyPr>
          <a:lstStyle/>
          <a:p>
            <a:pPr indent="0" lvl="0" marL="0" marR="0" rtl="0" algn="r">
              <a:lnSpc>
                <a:spcPct val="139945"/>
              </a:lnSpc>
              <a:spcBef>
                <a:spcPts val="0"/>
              </a:spcBef>
              <a:spcAft>
                <a:spcPts val="0"/>
              </a:spcAft>
              <a:buNone/>
            </a:pPr>
            <a:r>
              <a:rPr b="0" i="0" lang="en-US" sz="1457" u="none" cap="none" strike="noStrike">
                <a:solidFill>
                  <a:srgbClr val="27403B"/>
                </a:solidFill>
                <a:latin typeface="Arial"/>
                <a:ea typeface="Arial"/>
                <a:cs typeface="Arial"/>
                <a:sym typeface="Arial"/>
              </a:rPr>
              <a:t>Octubre 2025</a:t>
            </a:r>
            <a:endParaRPr/>
          </a:p>
        </p:txBody>
      </p:sp>
      <p:sp>
        <p:nvSpPr>
          <p:cNvPr id="557" name="Google Shape;557;p26"/>
          <p:cNvSpPr txBox="1"/>
          <p:nvPr/>
        </p:nvSpPr>
        <p:spPr>
          <a:xfrm>
            <a:off x="2312014" y="3294756"/>
            <a:ext cx="13663973" cy="1556158"/>
          </a:xfrm>
          <a:prstGeom prst="rect">
            <a:avLst/>
          </a:prstGeom>
          <a:noFill/>
          <a:ln>
            <a:noFill/>
          </a:ln>
        </p:spPr>
        <p:txBody>
          <a:bodyPr anchorCtr="0" anchor="t" bIns="0" lIns="0" spcFirstLastPara="1" rIns="0" wrap="square" tIns="0">
            <a:spAutoFit/>
          </a:bodyPr>
          <a:lstStyle/>
          <a:p>
            <a:pPr indent="0" lvl="0" marL="0" marR="0" rtl="0" algn="ctr">
              <a:lnSpc>
                <a:spcPct val="131003"/>
              </a:lnSpc>
              <a:spcBef>
                <a:spcPts val="0"/>
              </a:spcBef>
              <a:spcAft>
                <a:spcPts val="0"/>
              </a:spcAft>
              <a:buNone/>
            </a:pPr>
            <a:r>
              <a:rPr b="0" i="0" lang="en-US" sz="9541" u="none" cap="none" strike="noStrike">
                <a:solidFill>
                  <a:srgbClr val="27403B"/>
                </a:solidFill>
                <a:latin typeface="Raleway"/>
                <a:ea typeface="Raleway"/>
                <a:cs typeface="Raleway"/>
                <a:sym typeface="Raleway"/>
              </a:rPr>
              <a:t>MUCHAS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